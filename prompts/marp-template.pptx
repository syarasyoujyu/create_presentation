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slides/_rels/slide9.xml.rels" ContentType="application/vnd.openxmlformats-package.relationships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_rels/presentation.xml.rels" ContentType="application/vnd.openxmlformats-package.relationships+xml"/>
  <Override PartName="/ppt/media/image1.png" ContentType="image/png"/>
</Types>
</file>

<file path=_rels/.rels><?xml version="1.0" encoding="UTF-8"?>
<Relationships xmlns="http://schemas.openxmlformats.org/package/2006/relationships"><Relationship Id="rId1" Type="http://schemas.openxmlformats.org/officedocument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609480" y="1520280"/>
            <a:ext cx="10972080" cy="3768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609480" y="1520280"/>
            <a:ext cx="10972080" cy="3768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" name=""/>
          <p:cNvSpPr txBox="1"/>
          <p:nvPr/>
        </p:nvSpPr>
        <p:spPr>
          <a:xfrm>
            <a:off x="3969720" y="1859400"/>
            <a:ext cx="4440600" cy="361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950" spc="-1" strike="noStrike">
                <a:solidFill>
                  <a:srgbClr val="0b4b78"/>
                </a:solidFill>
                <a:latin typeface="NotoSansJP"/>
                <a:ea typeface="NotoSansJP"/>
              </a:rPr>
              <a:t>イベント名 </a:t>
            </a:r>
            <a:r>
              <a:rPr b="0" lang="en-US" sz="1950" spc="-1" strike="noStrike">
                <a:solidFill>
                  <a:srgbClr val="0b4b78"/>
                </a:solidFill>
                <a:latin typeface="NotoSansJP"/>
                <a:ea typeface="NotoSansJP"/>
              </a:rPr>
              <a:t>20OO/OO/OO(</a:t>
            </a:r>
            <a:r>
              <a:rPr b="0" lang="zh-CN" sz="1950" spc="-1" strike="noStrike">
                <a:solidFill>
                  <a:srgbClr val="0b4b78"/>
                </a:solidFill>
                <a:latin typeface="NotoSansJP"/>
                <a:ea typeface="NotoSansJP"/>
              </a:rPr>
              <a:t>日付を入力</a:t>
            </a:r>
            <a:r>
              <a:rPr b="0" lang="en-US" sz="1950" spc="-1" strike="noStrike">
                <a:solidFill>
                  <a:srgbClr val="0b4b78"/>
                </a:solidFill>
                <a:latin typeface="NotoSansJP"/>
                <a:ea typeface="NotoSansJP"/>
              </a:rPr>
              <a:t>)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8" name="" descr=""/>
          <p:cNvPicPr/>
          <p:nvPr/>
        </p:nvPicPr>
        <p:blipFill>
          <a:blip r:embed="rId1"/>
          <a:stretch/>
        </p:blipFill>
        <p:spPr>
          <a:xfrm>
            <a:off x="4809960" y="-190440"/>
            <a:ext cx="2571480" cy="2571480"/>
          </a:xfrm>
          <a:prstGeom prst="rect">
            <a:avLst/>
          </a:prstGeom>
          <a:ln w="0">
            <a:noFill/>
          </a:ln>
        </p:spPr>
      </p:pic>
      <p:sp>
        <p:nvSpPr>
          <p:cNvPr id="9" name=""/>
          <p:cNvSpPr/>
          <p:nvPr/>
        </p:nvSpPr>
        <p:spPr>
          <a:xfrm>
            <a:off x="0" y="3771720"/>
            <a:ext cx="12192120" cy="3086280"/>
          </a:xfrm>
          <a:custGeom>
            <a:avLst/>
            <a:gdLst/>
            <a:ahLst/>
            <a:rect l="0" t="0" r="r" b="b"/>
            <a:pathLst>
              <a:path w="33867" h="8573">
                <a:moveTo>
                  <a:pt x="0" y="0"/>
                </a:moveTo>
                <a:lnTo>
                  <a:pt x="33867" y="0"/>
                </a:lnTo>
                <a:lnTo>
                  <a:pt x="33867" y="8573"/>
                </a:lnTo>
                <a:lnTo>
                  <a:pt x="0" y="8573"/>
                </a:lnTo>
                <a:lnTo>
                  <a:pt x="0" y="0"/>
                </a:ln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" name=""/>
          <p:cNvSpPr txBox="1"/>
          <p:nvPr/>
        </p:nvSpPr>
        <p:spPr>
          <a:xfrm>
            <a:off x="4905360" y="2500920"/>
            <a:ext cx="2385720" cy="690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3750" spc="-1" strike="noStrike">
                <a:solidFill>
                  <a:srgbClr val="0b4b78"/>
                </a:solidFill>
                <a:latin typeface="NotoSansJP"/>
                <a:ea typeface="NotoSansJP"/>
              </a:rPr>
              <a:t>タイトル名</a:t>
            </a:r>
            <a:endParaRPr b="0" lang="en-US" sz="37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" name=""/>
          <p:cNvSpPr txBox="1"/>
          <p:nvPr/>
        </p:nvSpPr>
        <p:spPr>
          <a:xfrm>
            <a:off x="3403440" y="4537080"/>
            <a:ext cx="5316120" cy="332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800" spc="-1" strike="noStrike">
                <a:solidFill>
                  <a:srgbClr val="ffffff"/>
                </a:solidFill>
                <a:latin typeface="NotoSansJP"/>
                <a:ea typeface="NotoSansJP"/>
              </a:rPr>
              <a:t>所属</a:t>
            </a:r>
            <a:r>
              <a:rPr b="0" lang="en-US" sz="1800" spc="-1" strike="noStrike">
                <a:solidFill>
                  <a:srgbClr val="ffffff"/>
                </a:solidFill>
                <a:latin typeface="NotoSansJP"/>
                <a:ea typeface="NotoSansJP"/>
              </a:rPr>
              <a:t>(</a:t>
            </a:r>
            <a:r>
              <a:rPr b="0" lang="zh-CN" sz="1800" spc="-1" strike="noStrike">
                <a:solidFill>
                  <a:srgbClr val="ffffff"/>
                </a:solidFill>
                <a:latin typeface="NotoSansJP"/>
                <a:ea typeface="NotoSansJP"/>
              </a:rPr>
              <a:t>例</a:t>
            </a:r>
            <a:r>
              <a:rPr b="0" lang="en-US" sz="1800" spc="-1" strike="noStrike">
                <a:solidFill>
                  <a:srgbClr val="ffffff"/>
                </a:solidFill>
                <a:latin typeface="NotoSansJP"/>
                <a:ea typeface="NotoSansJP"/>
              </a:rPr>
              <a:t>:</a:t>
            </a:r>
            <a:r>
              <a:rPr b="0" lang="zh-CN" sz="1800" spc="-1" strike="noStrike">
                <a:solidFill>
                  <a:srgbClr val="ffffff"/>
                </a:solidFill>
                <a:latin typeface="NotoSansJP"/>
                <a:ea typeface="NotoSansJP"/>
              </a:rPr>
              <a:t>京都大学 工学部 情報学科 数理工学コース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" name=""/>
          <p:cNvSpPr txBox="1"/>
          <p:nvPr/>
        </p:nvSpPr>
        <p:spPr>
          <a:xfrm>
            <a:off x="5767920" y="4880160"/>
            <a:ext cx="328320" cy="311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00" spc="-1" strike="noStrike">
                <a:solidFill>
                  <a:srgbClr val="ffffff"/>
                </a:solidFill>
                <a:latin typeface="NotoSansJP"/>
                <a:ea typeface="NotoSansJP"/>
              </a:rPr>
              <a:t>B4)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" name=""/>
          <p:cNvSpPr txBox="1"/>
          <p:nvPr/>
        </p:nvSpPr>
        <p:spPr>
          <a:xfrm>
            <a:off x="4769280" y="5457240"/>
            <a:ext cx="2678760" cy="41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250" spc="-1" strike="noStrike">
                <a:solidFill>
                  <a:srgbClr val="ffffff"/>
                </a:solidFill>
                <a:latin typeface="NotoSansJP"/>
                <a:ea typeface="NotoSansJP"/>
              </a:rPr>
              <a:t>名前</a:t>
            </a:r>
            <a:r>
              <a:rPr b="0" lang="en-US" sz="2250" spc="-1" strike="noStrike">
                <a:solidFill>
                  <a:srgbClr val="ffffff"/>
                </a:solidFill>
                <a:latin typeface="NotoSansJP"/>
                <a:ea typeface="NotoSansJP"/>
              </a:rPr>
              <a:t>(</a:t>
            </a:r>
            <a:r>
              <a:rPr b="0" lang="zh-CN" sz="2250" spc="-1" strike="noStrike">
                <a:solidFill>
                  <a:srgbClr val="ffffff"/>
                </a:solidFill>
                <a:latin typeface="NotoSansJP"/>
                <a:ea typeface="NotoSansJP"/>
              </a:rPr>
              <a:t>例</a:t>
            </a:r>
            <a:r>
              <a:rPr b="0" lang="en-US" sz="2250" spc="-1" strike="noStrike">
                <a:solidFill>
                  <a:srgbClr val="ffffff"/>
                </a:solidFill>
                <a:latin typeface="NotoSansJP"/>
                <a:ea typeface="NotoSansJP"/>
              </a:rPr>
              <a:t>:</a:t>
            </a:r>
            <a:r>
              <a:rPr b="0" lang="zh-CN" sz="2250" spc="-1" strike="noStrike">
                <a:solidFill>
                  <a:srgbClr val="ffffff"/>
                </a:solidFill>
                <a:latin typeface="NotoSansJP"/>
                <a:ea typeface="NotoSansJP"/>
              </a:rPr>
              <a:t>知能 太郎</a:t>
            </a:r>
            <a:r>
              <a:rPr b="0" lang="en-US" sz="2250" spc="-1" strike="noStrike">
                <a:solidFill>
                  <a:srgbClr val="ffffff"/>
                </a:solidFill>
                <a:latin typeface="NotoSansJP"/>
                <a:ea typeface="NotoSansJP"/>
              </a:rPr>
              <a:t>)</a:t>
            </a:r>
            <a:endParaRPr b="0" lang="en-US" sz="22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" name=""/>
          <p:cNvSpPr txBox="1"/>
          <p:nvPr/>
        </p:nvSpPr>
        <p:spPr>
          <a:xfrm>
            <a:off x="11946600" y="6436800"/>
            <a:ext cx="304560" cy="41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111111"/>
                </a:solidFill>
                <a:latin typeface="NotoSansJP"/>
                <a:ea typeface="NotoSansJP"/>
              </a:rPr>
              <a:t>1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" name=""/>
          <p:cNvSpPr txBox="1"/>
          <p:nvPr/>
        </p:nvSpPr>
        <p:spPr>
          <a:xfrm>
            <a:off x="3009960" y="3122280"/>
            <a:ext cx="872280" cy="443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400" spc="-1" strike="noStrike">
                <a:solidFill>
                  <a:srgbClr val="0b4b78"/>
                </a:solidFill>
                <a:latin typeface="NotoSansJP"/>
                <a:ea typeface="NotoSansJP"/>
              </a:rPr>
              <a:t>目次</a:t>
            </a:r>
            <a:r>
              <a:rPr b="0" lang="en-US" sz="2400" spc="-1" strike="noStrike">
                <a:solidFill>
                  <a:srgbClr val="0b4b78"/>
                </a:solidFill>
                <a:latin typeface="NotoSansJP"/>
                <a:ea typeface="NotoSansJP"/>
              </a:rPr>
              <a:t>1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" name=""/>
          <p:cNvSpPr/>
          <p:nvPr/>
        </p:nvSpPr>
        <p:spPr>
          <a:xfrm>
            <a:off x="209520" y="266400"/>
            <a:ext cx="152640" cy="305280"/>
          </a:xfrm>
          <a:custGeom>
            <a:avLst/>
            <a:gdLst/>
            <a:ahLst/>
            <a:rect l="0" t="0" r="r" b="b"/>
            <a:pathLst>
              <a:path w="424" h="848">
                <a:moveTo>
                  <a:pt x="0" y="0"/>
                </a:moveTo>
                <a:lnTo>
                  <a:pt x="424" y="0"/>
                </a:lnTo>
                <a:lnTo>
                  <a:pt x="424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pic>
        <p:nvPicPr>
          <p:cNvPr id="20" name="" descr=""/>
          <p:cNvPicPr/>
          <p:nvPr/>
        </p:nvPicPr>
        <p:blipFill>
          <a:blip r:embed="rId1"/>
          <a:stretch/>
        </p:blipFill>
        <p:spPr>
          <a:xfrm>
            <a:off x="10744200" y="-219240"/>
            <a:ext cx="1256760" cy="1256760"/>
          </a:xfrm>
          <a:prstGeom prst="rect">
            <a:avLst/>
          </a:prstGeom>
          <a:ln w="0">
            <a:noFill/>
          </a:ln>
        </p:spPr>
      </p:pic>
      <p:sp>
        <p:nvSpPr>
          <p:cNvPr id="21" name=""/>
          <p:cNvSpPr/>
          <p:nvPr/>
        </p:nvSpPr>
        <p:spPr>
          <a:xfrm>
            <a:off x="2666880" y="3247920"/>
            <a:ext cx="171720" cy="171720"/>
          </a:xfrm>
          <a:custGeom>
            <a:avLst/>
            <a:gdLst/>
            <a:ahLst/>
            <a:rect l="0" t="0" r="r" b="b"/>
            <a:pathLst>
              <a:path w="477" h="477">
                <a:moveTo>
                  <a:pt x="0" y="0"/>
                </a:moveTo>
                <a:lnTo>
                  <a:pt x="477" y="0"/>
                </a:lnTo>
                <a:lnTo>
                  <a:pt x="477" y="477"/>
                </a:lnTo>
                <a:lnTo>
                  <a:pt x="0" y="477"/>
                </a:lnTo>
                <a:lnTo>
                  <a:pt x="0" y="0"/>
                </a:ln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2" name=""/>
          <p:cNvSpPr txBox="1"/>
          <p:nvPr/>
        </p:nvSpPr>
        <p:spPr>
          <a:xfrm>
            <a:off x="495360" y="187200"/>
            <a:ext cx="1623960" cy="469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550" spc="-1" strike="noStrike">
                <a:solidFill>
                  <a:srgbClr val="111111"/>
                </a:solidFill>
                <a:latin typeface="NotoSansJP"/>
                <a:ea typeface="NotoSansJP"/>
              </a:rPr>
              <a:t>アジェンダ</a:t>
            </a:r>
            <a:endParaRPr b="0" lang="en-US" sz="25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" name=""/>
          <p:cNvSpPr txBox="1"/>
          <p:nvPr/>
        </p:nvSpPr>
        <p:spPr>
          <a:xfrm>
            <a:off x="11946600" y="6436800"/>
            <a:ext cx="304560" cy="41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111111"/>
                </a:solidFill>
                <a:latin typeface="NotoSansJP"/>
                <a:ea typeface="NotoSansJP"/>
              </a:rPr>
              <a:t>2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" name=""/>
          <p:cNvSpPr/>
          <p:nvPr/>
        </p:nvSpPr>
        <p:spPr>
          <a:xfrm>
            <a:off x="228240" y="228240"/>
            <a:ext cx="11735280" cy="6401160"/>
          </a:xfrm>
          <a:custGeom>
            <a:avLst/>
            <a:gdLst/>
            <a:ahLst/>
            <a:rect l="0" t="0" r="r" b="b"/>
            <a:pathLst>
              <a:path w="32598" h="17781">
                <a:moveTo>
                  <a:pt x="530" y="0"/>
                </a:moveTo>
                <a:lnTo>
                  <a:pt x="32069" y="0"/>
                </a:lnTo>
                <a:cubicBezTo>
                  <a:pt x="32104" y="0"/>
                  <a:pt x="32138" y="4"/>
                  <a:pt x="32172" y="11"/>
                </a:cubicBezTo>
                <a:cubicBezTo>
                  <a:pt x="32206" y="17"/>
                  <a:pt x="32239" y="27"/>
                  <a:pt x="32271" y="41"/>
                </a:cubicBezTo>
                <a:cubicBezTo>
                  <a:pt x="32304" y="54"/>
                  <a:pt x="32334" y="70"/>
                  <a:pt x="32363" y="90"/>
                </a:cubicBezTo>
                <a:cubicBezTo>
                  <a:pt x="32392" y="109"/>
                  <a:pt x="32419" y="131"/>
                  <a:pt x="32443" y="155"/>
                </a:cubicBezTo>
                <a:cubicBezTo>
                  <a:pt x="32468" y="180"/>
                  <a:pt x="32490" y="207"/>
                  <a:pt x="32509" y="236"/>
                </a:cubicBezTo>
                <a:cubicBezTo>
                  <a:pt x="32528" y="265"/>
                  <a:pt x="32545" y="295"/>
                  <a:pt x="32558" y="327"/>
                </a:cubicBezTo>
                <a:cubicBezTo>
                  <a:pt x="32571" y="359"/>
                  <a:pt x="32581" y="392"/>
                  <a:pt x="32588" y="426"/>
                </a:cubicBezTo>
                <a:cubicBezTo>
                  <a:pt x="32595" y="461"/>
                  <a:pt x="32598" y="495"/>
                  <a:pt x="32598" y="530"/>
                </a:cubicBezTo>
                <a:lnTo>
                  <a:pt x="32598" y="17252"/>
                </a:lnTo>
                <a:cubicBezTo>
                  <a:pt x="32598" y="17287"/>
                  <a:pt x="32595" y="17321"/>
                  <a:pt x="32588" y="17356"/>
                </a:cubicBezTo>
                <a:cubicBezTo>
                  <a:pt x="32581" y="17390"/>
                  <a:pt x="32571" y="17423"/>
                  <a:pt x="32558" y="17455"/>
                </a:cubicBezTo>
                <a:cubicBezTo>
                  <a:pt x="32545" y="17487"/>
                  <a:pt x="32528" y="17517"/>
                  <a:pt x="32509" y="17546"/>
                </a:cubicBezTo>
                <a:cubicBezTo>
                  <a:pt x="32490" y="17575"/>
                  <a:pt x="32468" y="17602"/>
                  <a:pt x="32443" y="17627"/>
                </a:cubicBezTo>
                <a:cubicBezTo>
                  <a:pt x="32419" y="17651"/>
                  <a:pt x="32392" y="17673"/>
                  <a:pt x="32363" y="17692"/>
                </a:cubicBezTo>
                <a:cubicBezTo>
                  <a:pt x="32334" y="17712"/>
                  <a:pt x="32304" y="17728"/>
                  <a:pt x="32271" y="17741"/>
                </a:cubicBezTo>
                <a:cubicBezTo>
                  <a:pt x="32239" y="17755"/>
                  <a:pt x="32206" y="17765"/>
                  <a:pt x="32172" y="17771"/>
                </a:cubicBezTo>
                <a:cubicBezTo>
                  <a:pt x="32138" y="17778"/>
                  <a:pt x="32104" y="17781"/>
                  <a:pt x="32069" y="17781"/>
                </a:cubicBezTo>
                <a:lnTo>
                  <a:pt x="530" y="17781"/>
                </a:lnTo>
                <a:cubicBezTo>
                  <a:pt x="495" y="17781"/>
                  <a:pt x="461" y="17778"/>
                  <a:pt x="426" y="17771"/>
                </a:cubicBezTo>
                <a:cubicBezTo>
                  <a:pt x="392" y="17765"/>
                  <a:pt x="359" y="17755"/>
                  <a:pt x="327" y="17741"/>
                </a:cubicBezTo>
                <a:cubicBezTo>
                  <a:pt x="295" y="17728"/>
                  <a:pt x="265" y="17712"/>
                  <a:pt x="236" y="17692"/>
                </a:cubicBezTo>
                <a:cubicBezTo>
                  <a:pt x="207" y="17673"/>
                  <a:pt x="180" y="17651"/>
                  <a:pt x="155" y="17627"/>
                </a:cubicBezTo>
                <a:cubicBezTo>
                  <a:pt x="131" y="17602"/>
                  <a:pt x="109" y="17575"/>
                  <a:pt x="90" y="17546"/>
                </a:cubicBezTo>
                <a:cubicBezTo>
                  <a:pt x="70" y="17517"/>
                  <a:pt x="54" y="17487"/>
                  <a:pt x="41" y="17455"/>
                </a:cubicBezTo>
                <a:cubicBezTo>
                  <a:pt x="27" y="17423"/>
                  <a:pt x="17" y="17390"/>
                  <a:pt x="11" y="17356"/>
                </a:cubicBezTo>
                <a:cubicBezTo>
                  <a:pt x="4" y="17321"/>
                  <a:pt x="0" y="17287"/>
                  <a:pt x="0" y="17252"/>
                </a:cubicBezTo>
                <a:lnTo>
                  <a:pt x="0" y="530"/>
                </a:lnTo>
                <a:cubicBezTo>
                  <a:pt x="0" y="495"/>
                  <a:pt x="4" y="461"/>
                  <a:pt x="11" y="426"/>
                </a:cubicBezTo>
                <a:cubicBezTo>
                  <a:pt x="17" y="392"/>
                  <a:pt x="27" y="359"/>
                  <a:pt x="41" y="327"/>
                </a:cubicBezTo>
                <a:cubicBezTo>
                  <a:pt x="54" y="295"/>
                  <a:pt x="70" y="265"/>
                  <a:pt x="90" y="236"/>
                </a:cubicBezTo>
                <a:cubicBezTo>
                  <a:pt x="109" y="207"/>
                  <a:pt x="131" y="180"/>
                  <a:pt x="155" y="155"/>
                </a:cubicBezTo>
                <a:cubicBezTo>
                  <a:pt x="180" y="131"/>
                  <a:pt x="207" y="109"/>
                  <a:pt x="236" y="90"/>
                </a:cubicBezTo>
                <a:cubicBezTo>
                  <a:pt x="265" y="70"/>
                  <a:pt x="295" y="54"/>
                  <a:pt x="327" y="41"/>
                </a:cubicBezTo>
                <a:cubicBezTo>
                  <a:pt x="359" y="27"/>
                  <a:pt x="392" y="17"/>
                  <a:pt x="426" y="11"/>
                </a:cubicBezTo>
                <a:cubicBezTo>
                  <a:pt x="461" y="4"/>
                  <a:pt x="495" y="0"/>
                  <a:pt x="53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28" name="" descr=""/>
          <p:cNvPicPr/>
          <p:nvPr/>
        </p:nvPicPr>
        <p:blipFill>
          <a:blip r:embed="rId1"/>
          <a:stretch/>
        </p:blipFill>
        <p:spPr>
          <a:xfrm>
            <a:off x="10515600" y="38160"/>
            <a:ext cx="1142640" cy="1142640"/>
          </a:xfrm>
          <a:prstGeom prst="rect">
            <a:avLst/>
          </a:prstGeom>
          <a:ln w="0">
            <a:noFill/>
          </a:ln>
        </p:spPr>
      </p:pic>
      <p:sp>
        <p:nvSpPr>
          <p:cNvPr id="29" name=""/>
          <p:cNvSpPr txBox="1"/>
          <p:nvPr/>
        </p:nvSpPr>
        <p:spPr>
          <a:xfrm>
            <a:off x="533520" y="923760"/>
            <a:ext cx="527724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このスライドで伝えたい内容を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1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行で説明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" name=""/>
          <p:cNvSpPr/>
          <p:nvPr/>
        </p:nvSpPr>
        <p:spPr>
          <a:xfrm>
            <a:off x="533160" y="561960"/>
            <a:ext cx="267120" cy="57240"/>
          </a:xfrm>
          <a:custGeom>
            <a:avLst/>
            <a:gdLst/>
            <a:ahLst/>
            <a:rect l="0" t="0" r="r" b="b"/>
            <a:pathLst>
              <a:path w="742" h="159">
                <a:moveTo>
                  <a:pt x="0" y="106"/>
                </a:moveTo>
                <a:lnTo>
                  <a:pt x="0" y="52"/>
                </a:lnTo>
                <a:cubicBezTo>
                  <a:pt x="0" y="45"/>
                  <a:pt x="2" y="39"/>
                  <a:pt x="4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6" y="6"/>
                  <a:pt x="33" y="4"/>
                </a:cubicBezTo>
                <a:cubicBezTo>
                  <a:pt x="39" y="1"/>
                  <a:pt x="46" y="0"/>
                  <a:pt x="53" y="0"/>
                </a:cubicBezTo>
                <a:lnTo>
                  <a:pt x="689" y="0"/>
                </a:lnTo>
                <a:cubicBezTo>
                  <a:pt x="696" y="0"/>
                  <a:pt x="703" y="1"/>
                  <a:pt x="709" y="4"/>
                </a:cubicBezTo>
                <a:cubicBezTo>
                  <a:pt x="716" y="6"/>
                  <a:pt x="722" y="10"/>
                  <a:pt x="727" y="15"/>
                </a:cubicBezTo>
                <a:cubicBezTo>
                  <a:pt x="731" y="20"/>
                  <a:pt x="735" y="26"/>
                  <a:pt x="738" y="32"/>
                </a:cubicBezTo>
                <a:cubicBezTo>
                  <a:pt x="741" y="39"/>
                  <a:pt x="742" y="45"/>
                  <a:pt x="742" y="52"/>
                </a:cubicBezTo>
                <a:lnTo>
                  <a:pt x="742" y="106"/>
                </a:lnTo>
                <a:cubicBezTo>
                  <a:pt x="742" y="113"/>
                  <a:pt x="741" y="120"/>
                  <a:pt x="738" y="127"/>
                </a:cubicBezTo>
                <a:cubicBezTo>
                  <a:pt x="735" y="133"/>
                  <a:pt x="731" y="139"/>
                  <a:pt x="727" y="144"/>
                </a:cubicBezTo>
                <a:cubicBezTo>
                  <a:pt x="722" y="149"/>
                  <a:pt x="716" y="153"/>
                  <a:pt x="709" y="155"/>
                </a:cubicBezTo>
                <a:cubicBezTo>
                  <a:pt x="703" y="158"/>
                  <a:pt x="696" y="159"/>
                  <a:pt x="689" y="159"/>
                </a:cubicBezTo>
                <a:lnTo>
                  <a:pt x="53" y="159"/>
                </a:lnTo>
                <a:cubicBezTo>
                  <a:pt x="46" y="159"/>
                  <a:pt x="39" y="158"/>
                  <a:pt x="33" y="155"/>
                </a:cubicBezTo>
                <a:cubicBezTo>
                  <a:pt x="26" y="153"/>
                  <a:pt x="21" y="149"/>
                  <a:pt x="16" y="144"/>
                </a:cubicBezTo>
                <a:cubicBezTo>
                  <a:pt x="11" y="139"/>
                  <a:pt x="7" y="133"/>
                  <a:pt x="4" y="127"/>
                </a:cubicBezTo>
                <a:cubicBezTo>
                  <a:pt x="2" y="120"/>
                  <a:pt x="0" y="113"/>
                  <a:pt x="0" y="106"/>
                </a:cubicBez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1" name=""/>
          <p:cNvSpPr txBox="1"/>
          <p:nvPr/>
        </p:nvSpPr>
        <p:spPr>
          <a:xfrm>
            <a:off x="914400" y="392400"/>
            <a:ext cx="1491120" cy="36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見出しを入力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" name=""/>
          <p:cNvSpPr txBox="1"/>
          <p:nvPr/>
        </p:nvSpPr>
        <p:spPr>
          <a:xfrm>
            <a:off x="11946600" y="6436800"/>
            <a:ext cx="304560" cy="41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111111"/>
                </a:solidFill>
                <a:latin typeface="NotoSansJP"/>
                <a:ea typeface="NotoSansJP"/>
              </a:rPr>
              <a:t>3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" name=""/>
          <p:cNvSpPr/>
          <p:nvPr/>
        </p:nvSpPr>
        <p:spPr>
          <a:xfrm>
            <a:off x="228240" y="228240"/>
            <a:ext cx="11735280" cy="6401160"/>
          </a:xfrm>
          <a:custGeom>
            <a:avLst/>
            <a:gdLst/>
            <a:ahLst/>
            <a:rect l="0" t="0" r="r" b="b"/>
            <a:pathLst>
              <a:path w="32598" h="17781">
                <a:moveTo>
                  <a:pt x="530" y="0"/>
                </a:moveTo>
                <a:lnTo>
                  <a:pt x="32069" y="0"/>
                </a:lnTo>
                <a:cubicBezTo>
                  <a:pt x="32104" y="0"/>
                  <a:pt x="32138" y="4"/>
                  <a:pt x="32172" y="11"/>
                </a:cubicBezTo>
                <a:cubicBezTo>
                  <a:pt x="32206" y="17"/>
                  <a:pt x="32239" y="27"/>
                  <a:pt x="32271" y="41"/>
                </a:cubicBezTo>
                <a:cubicBezTo>
                  <a:pt x="32304" y="54"/>
                  <a:pt x="32334" y="70"/>
                  <a:pt x="32363" y="90"/>
                </a:cubicBezTo>
                <a:cubicBezTo>
                  <a:pt x="32392" y="109"/>
                  <a:pt x="32419" y="131"/>
                  <a:pt x="32443" y="155"/>
                </a:cubicBezTo>
                <a:cubicBezTo>
                  <a:pt x="32468" y="180"/>
                  <a:pt x="32490" y="207"/>
                  <a:pt x="32509" y="236"/>
                </a:cubicBezTo>
                <a:cubicBezTo>
                  <a:pt x="32528" y="265"/>
                  <a:pt x="32545" y="295"/>
                  <a:pt x="32558" y="327"/>
                </a:cubicBezTo>
                <a:cubicBezTo>
                  <a:pt x="32571" y="359"/>
                  <a:pt x="32581" y="392"/>
                  <a:pt x="32588" y="426"/>
                </a:cubicBezTo>
                <a:cubicBezTo>
                  <a:pt x="32595" y="461"/>
                  <a:pt x="32598" y="495"/>
                  <a:pt x="32598" y="530"/>
                </a:cubicBezTo>
                <a:lnTo>
                  <a:pt x="32598" y="17252"/>
                </a:lnTo>
                <a:cubicBezTo>
                  <a:pt x="32598" y="17287"/>
                  <a:pt x="32595" y="17321"/>
                  <a:pt x="32588" y="17356"/>
                </a:cubicBezTo>
                <a:cubicBezTo>
                  <a:pt x="32581" y="17390"/>
                  <a:pt x="32571" y="17423"/>
                  <a:pt x="32558" y="17455"/>
                </a:cubicBezTo>
                <a:cubicBezTo>
                  <a:pt x="32545" y="17487"/>
                  <a:pt x="32528" y="17517"/>
                  <a:pt x="32509" y="17546"/>
                </a:cubicBezTo>
                <a:cubicBezTo>
                  <a:pt x="32490" y="17575"/>
                  <a:pt x="32468" y="17602"/>
                  <a:pt x="32443" y="17627"/>
                </a:cubicBezTo>
                <a:cubicBezTo>
                  <a:pt x="32419" y="17651"/>
                  <a:pt x="32392" y="17673"/>
                  <a:pt x="32363" y="17692"/>
                </a:cubicBezTo>
                <a:cubicBezTo>
                  <a:pt x="32334" y="17712"/>
                  <a:pt x="32304" y="17728"/>
                  <a:pt x="32271" y="17741"/>
                </a:cubicBezTo>
                <a:cubicBezTo>
                  <a:pt x="32239" y="17755"/>
                  <a:pt x="32206" y="17765"/>
                  <a:pt x="32172" y="17771"/>
                </a:cubicBezTo>
                <a:cubicBezTo>
                  <a:pt x="32138" y="17778"/>
                  <a:pt x="32104" y="17781"/>
                  <a:pt x="32069" y="17781"/>
                </a:cubicBezTo>
                <a:lnTo>
                  <a:pt x="530" y="17781"/>
                </a:lnTo>
                <a:cubicBezTo>
                  <a:pt x="495" y="17781"/>
                  <a:pt x="461" y="17778"/>
                  <a:pt x="426" y="17771"/>
                </a:cubicBezTo>
                <a:cubicBezTo>
                  <a:pt x="392" y="17765"/>
                  <a:pt x="359" y="17755"/>
                  <a:pt x="327" y="17741"/>
                </a:cubicBezTo>
                <a:cubicBezTo>
                  <a:pt x="295" y="17728"/>
                  <a:pt x="265" y="17712"/>
                  <a:pt x="236" y="17692"/>
                </a:cubicBezTo>
                <a:cubicBezTo>
                  <a:pt x="207" y="17673"/>
                  <a:pt x="180" y="17651"/>
                  <a:pt x="155" y="17627"/>
                </a:cubicBezTo>
                <a:cubicBezTo>
                  <a:pt x="131" y="17602"/>
                  <a:pt x="109" y="17575"/>
                  <a:pt x="90" y="17546"/>
                </a:cubicBezTo>
                <a:cubicBezTo>
                  <a:pt x="70" y="17517"/>
                  <a:pt x="54" y="17487"/>
                  <a:pt x="41" y="17455"/>
                </a:cubicBezTo>
                <a:cubicBezTo>
                  <a:pt x="27" y="17423"/>
                  <a:pt x="17" y="17390"/>
                  <a:pt x="11" y="17356"/>
                </a:cubicBezTo>
                <a:cubicBezTo>
                  <a:pt x="4" y="17321"/>
                  <a:pt x="0" y="17287"/>
                  <a:pt x="0" y="17252"/>
                </a:cubicBezTo>
                <a:lnTo>
                  <a:pt x="0" y="530"/>
                </a:lnTo>
                <a:cubicBezTo>
                  <a:pt x="0" y="495"/>
                  <a:pt x="4" y="461"/>
                  <a:pt x="11" y="426"/>
                </a:cubicBezTo>
                <a:cubicBezTo>
                  <a:pt x="17" y="392"/>
                  <a:pt x="27" y="359"/>
                  <a:pt x="41" y="327"/>
                </a:cubicBezTo>
                <a:cubicBezTo>
                  <a:pt x="54" y="295"/>
                  <a:pt x="70" y="265"/>
                  <a:pt x="90" y="236"/>
                </a:cubicBezTo>
                <a:cubicBezTo>
                  <a:pt x="109" y="207"/>
                  <a:pt x="131" y="180"/>
                  <a:pt x="155" y="155"/>
                </a:cubicBezTo>
                <a:cubicBezTo>
                  <a:pt x="180" y="131"/>
                  <a:pt x="207" y="109"/>
                  <a:pt x="236" y="90"/>
                </a:cubicBezTo>
                <a:cubicBezTo>
                  <a:pt x="265" y="70"/>
                  <a:pt x="295" y="54"/>
                  <a:pt x="327" y="41"/>
                </a:cubicBezTo>
                <a:cubicBezTo>
                  <a:pt x="359" y="27"/>
                  <a:pt x="392" y="17"/>
                  <a:pt x="426" y="11"/>
                </a:cubicBezTo>
                <a:cubicBezTo>
                  <a:pt x="461" y="4"/>
                  <a:pt x="495" y="0"/>
                  <a:pt x="53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37" name="" descr=""/>
          <p:cNvPicPr/>
          <p:nvPr/>
        </p:nvPicPr>
        <p:blipFill>
          <a:blip r:embed="rId1"/>
          <a:stretch/>
        </p:blipFill>
        <p:spPr>
          <a:xfrm>
            <a:off x="10515600" y="38160"/>
            <a:ext cx="1142640" cy="1142640"/>
          </a:xfrm>
          <a:prstGeom prst="rect">
            <a:avLst/>
          </a:prstGeom>
          <a:ln w="0">
            <a:noFill/>
          </a:ln>
        </p:spPr>
      </p:pic>
      <p:pic>
        <p:nvPicPr>
          <p:cNvPr id="38" name="" descr=""/>
          <p:cNvPicPr/>
          <p:nvPr/>
        </p:nvPicPr>
        <p:blipFill>
          <a:blip r:embed="rId2"/>
          <a:stretch/>
        </p:blipFill>
        <p:spPr>
          <a:xfrm>
            <a:off x="1343160" y="895320"/>
            <a:ext cx="666360" cy="666360"/>
          </a:xfrm>
          <a:prstGeom prst="rect">
            <a:avLst/>
          </a:prstGeom>
          <a:ln w="0">
            <a:noFill/>
          </a:ln>
        </p:spPr>
      </p:pic>
      <p:sp>
        <p:nvSpPr>
          <p:cNvPr id="39" name=""/>
          <p:cNvSpPr/>
          <p:nvPr/>
        </p:nvSpPr>
        <p:spPr>
          <a:xfrm>
            <a:off x="533160" y="561960"/>
            <a:ext cx="267120" cy="57240"/>
          </a:xfrm>
          <a:custGeom>
            <a:avLst/>
            <a:gdLst/>
            <a:ahLst/>
            <a:rect l="0" t="0" r="r" b="b"/>
            <a:pathLst>
              <a:path w="742" h="159">
                <a:moveTo>
                  <a:pt x="0" y="106"/>
                </a:moveTo>
                <a:lnTo>
                  <a:pt x="0" y="52"/>
                </a:lnTo>
                <a:cubicBezTo>
                  <a:pt x="0" y="45"/>
                  <a:pt x="2" y="39"/>
                  <a:pt x="4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6" y="6"/>
                  <a:pt x="33" y="4"/>
                </a:cubicBezTo>
                <a:cubicBezTo>
                  <a:pt x="39" y="1"/>
                  <a:pt x="46" y="0"/>
                  <a:pt x="53" y="0"/>
                </a:cubicBezTo>
                <a:lnTo>
                  <a:pt x="689" y="0"/>
                </a:lnTo>
                <a:cubicBezTo>
                  <a:pt x="696" y="0"/>
                  <a:pt x="703" y="1"/>
                  <a:pt x="709" y="4"/>
                </a:cubicBezTo>
                <a:cubicBezTo>
                  <a:pt x="716" y="6"/>
                  <a:pt x="722" y="10"/>
                  <a:pt x="727" y="15"/>
                </a:cubicBezTo>
                <a:cubicBezTo>
                  <a:pt x="731" y="20"/>
                  <a:pt x="735" y="26"/>
                  <a:pt x="738" y="32"/>
                </a:cubicBezTo>
                <a:cubicBezTo>
                  <a:pt x="741" y="39"/>
                  <a:pt x="742" y="45"/>
                  <a:pt x="742" y="52"/>
                </a:cubicBezTo>
                <a:lnTo>
                  <a:pt x="742" y="106"/>
                </a:lnTo>
                <a:cubicBezTo>
                  <a:pt x="742" y="113"/>
                  <a:pt x="741" y="120"/>
                  <a:pt x="738" y="127"/>
                </a:cubicBezTo>
                <a:cubicBezTo>
                  <a:pt x="735" y="133"/>
                  <a:pt x="731" y="139"/>
                  <a:pt x="727" y="144"/>
                </a:cubicBezTo>
                <a:cubicBezTo>
                  <a:pt x="722" y="149"/>
                  <a:pt x="716" y="153"/>
                  <a:pt x="709" y="155"/>
                </a:cubicBezTo>
                <a:cubicBezTo>
                  <a:pt x="703" y="158"/>
                  <a:pt x="696" y="159"/>
                  <a:pt x="689" y="159"/>
                </a:cubicBezTo>
                <a:lnTo>
                  <a:pt x="53" y="159"/>
                </a:lnTo>
                <a:cubicBezTo>
                  <a:pt x="46" y="159"/>
                  <a:pt x="39" y="158"/>
                  <a:pt x="33" y="155"/>
                </a:cubicBezTo>
                <a:cubicBezTo>
                  <a:pt x="26" y="153"/>
                  <a:pt x="21" y="149"/>
                  <a:pt x="16" y="144"/>
                </a:cubicBezTo>
                <a:cubicBezTo>
                  <a:pt x="11" y="139"/>
                  <a:pt x="7" y="133"/>
                  <a:pt x="4" y="127"/>
                </a:cubicBezTo>
                <a:cubicBezTo>
                  <a:pt x="2" y="120"/>
                  <a:pt x="0" y="113"/>
                  <a:pt x="0" y="106"/>
                </a:cubicBez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0" name=""/>
          <p:cNvSpPr txBox="1"/>
          <p:nvPr/>
        </p:nvSpPr>
        <p:spPr>
          <a:xfrm>
            <a:off x="914400" y="392400"/>
            <a:ext cx="1491120" cy="36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画像サンプル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" name=""/>
          <p:cNvSpPr txBox="1"/>
          <p:nvPr/>
        </p:nvSpPr>
        <p:spPr>
          <a:xfrm>
            <a:off x="11946600" y="6436800"/>
            <a:ext cx="304560" cy="41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111111"/>
                </a:solidFill>
                <a:latin typeface="NotoSansJP"/>
                <a:ea typeface="NotoSansJP"/>
              </a:rPr>
              <a:t>4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" name=""/>
          <p:cNvSpPr/>
          <p:nvPr/>
        </p:nvSpPr>
        <p:spPr>
          <a:xfrm>
            <a:off x="228240" y="228240"/>
            <a:ext cx="11735280" cy="6401160"/>
          </a:xfrm>
          <a:custGeom>
            <a:avLst/>
            <a:gdLst/>
            <a:ahLst/>
            <a:rect l="0" t="0" r="r" b="b"/>
            <a:pathLst>
              <a:path w="32598" h="17781">
                <a:moveTo>
                  <a:pt x="530" y="0"/>
                </a:moveTo>
                <a:lnTo>
                  <a:pt x="32069" y="0"/>
                </a:lnTo>
                <a:cubicBezTo>
                  <a:pt x="32104" y="0"/>
                  <a:pt x="32138" y="4"/>
                  <a:pt x="32172" y="11"/>
                </a:cubicBezTo>
                <a:cubicBezTo>
                  <a:pt x="32206" y="17"/>
                  <a:pt x="32239" y="27"/>
                  <a:pt x="32271" y="41"/>
                </a:cubicBezTo>
                <a:cubicBezTo>
                  <a:pt x="32304" y="54"/>
                  <a:pt x="32334" y="70"/>
                  <a:pt x="32363" y="90"/>
                </a:cubicBezTo>
                <a:cubicBezTo>
                  <a:pt x="32392" y="109"/>
                  <a:pt x="32419" y="131"/>
                  <a:pt x="32443" y="155"/>
                </a:cubicBezTo>
                <a:cubicBezTo>
                  <a:pt x="32468" y="180"/>
                  <a:pt x="32490" y="207"/>
                  <a:pt x="32509" y="236"/>
                </a:cubicBezTo>
                <a:cubicBezTo>
                  <a:pt x="32528" y="265"/>
                  <a:pt x="32545" y="295"/>
                  <a:pt x="32558" y="327"/>
                </a:cubicBezTo>
                <a:cubicBezTo>
                  <a:pt x="32571" y="359"/>
                  <a:pt x="32581" y="392"/>
                  <a:pt x="32588" y="426"/>
                </a:cubicBezTo>
                <a:cubicBezTo>
                  <a:pt x="32595" y="461"/>
                  <a:pt x="32598" y="495"/>
                  <a:pt x="32598" y="530"/>
                </a:cubicBezTo>
                <a:lnTo>
                  <a:pt x="32598" y="17252"/>
                </a:lnTo>
                <a:cubicBezTo>
                  <a:pt x="32598" y="17287"/>
                  <a:pt x="32595" y="17321"/>
                  <a:pt x="32588" y="17356"/>
                </a:cubicBezTo>
                <a:cubicBezTo>
                  <a:pt x="32581" y="17390"/>
                  <a:pt x="32571" y="17423"/>
                  <a:pt x="32558" y="17455"/>
                </a:cubicBezTo>
                <a:cubicBezTo>
                  <a:pt x="32545" y="17487"/>
                  <a:pt x="32528" y="17517"/>
                  <a:pt x="32509" y="17546"/>
                </a:cubicBezTo>
                <a:cubicBezTo>
                  <a:pt x="32490" y="17575"/>
                  <a:pt x="32468" y="17602"/>
                  <a:pt x="32443" y="17627"/>
                </a:cubicBezTo>
                <a:cubicBezTo>
                  <a:pt x="32419" y="17651"/>
                  <a:pt x="32392" y="17673"/>
                  <a:pt x="32363" y="17692"/>
                </a:cubicBezTo>
                <a:cubicBezTo>
                  <a:pt x="32334" y="17712"/>
                  <a:pt x="32304" y="17728"/>
                  <a:pt x="32271" y="17741"/>
                </a:cubicBezTo>
                <a:cubicBezTo>
                  <a:pt x="32239" y="17755"/>
                  <a:pt x="32206" y="17765"/>
                  <a:pt x="32172" y="17771"/>
                </a:cubicBezTo>
                <a:cubicBezTo>
                  <a:pt x="32138" y="17778"/>
                  <a:pt x="32104" y="17781"/>
                  <a:pt x="32069" y="17781"/>
                </a:cubicBezTo>
                <a:lnTo>
                  <a:pt x="530" y="17781"/>
                </a:lnTo>
                <a:cubicBezTo>
                  <a:pt x="495" y="17781"/>
                  <a:pt x="461" y="17778"/>
                  <a:pt x="426" y="17771"/>
                </a:cubicBezTo>
                <a:cubicBezTo>
                  <a:pt x="392" y="17765"/>
                  <a:pt x="359" y="17755"/>
                  <a:pt x="327" y="17741"/>
                </a:cubicBezTo>
                <a:cubicBezTo>
                  <a:pt x="295" y="17728"/>
                  <a:pt x="265" y="17712"/>
                  <a:pt x="236" y="17692"/>
                </a:cubicBezTo>
                <a:cubicBezTo>
                  <a:pt x="207" y="17673"/>
                  <a:pt x="180" y="17651"/>
                  <a:pt x="155" y="17627"/>
                </a:cubicBezTo>
                <a:cubicBezTo>
                  <a:pt x="131" y="17602"/>
                  <a:pt x="109" y="17575"/>
                  <a:pt x="90" y="17546"/>
                </a:cubicBezTo>
                <a:cubicBezTo>
                  <a:pt x="70" y="17517"/>
                  <a:pt x="54" y="17487"/>
                  <a:pt x="41" y="17455"/>
                </a:cubicBezTo>
                <a:cubicBezTo>
                  <a:pt x="27" y="17423"/>
                  <a:pt x="17" y="17390"/>
                  <a:pt x="11" y="17356"/>
                </a:cubicBezTo>
                <a:cubicBezTo>
                  <a:pt x="4" y="17321"/>
                  <a:pt x="0" y="17287"/>
                  <a:pt x="0" y="17252"/>
                </a:cubicBezTo>
                <a:lnTo>
                  <a:pt x="0" y="530"/>
                </a:lnTo>
                <a:cubicBezTo>
                  <a:pt x="0" y="495"/>
                  <a:pt x="4" y="461"/>
                  <a:pt x="11" y="426"/>
                </a:cubicBezTo>
                <a:cubicBezTo>
                  <a:pt x="17" y="392"/>
                  <a:pt x="27" y="359"/>
                  <a:pt x="41" y="327"/>
                </a:cubicBezTo>
                <a:cubicBezTo>
                  <a:pt x="54" y="295"/>
                  <a:pt x="70" y="265"/>
                  <a:pt x="90" y="236"/>
                </a:cubicBezTo>
                <a:cubicBezTo>
                  <a:pt x="109" y="207"/>
                  <a:pt x="131" y="180"/>
                  <a:pt x="155" y="155"/>
                </a:cubicBezTo>
                <a:cubicBezTo>
                  <a:pt x="180" y="131"/>
                  <a:pt x="207" y="109"/>
                  <a:pt x="236" y="90"/>
                </a:cubicBezTo>
                <a:cubicBezTo>
                  <a:pt x="265" y="70"/>
                  <a:pt x="295" y="54"/>
                  <a:pt x="327" y="41"/>
                </a:cubicBezTo>
                <a:cubicBezTo>
                  <a:pt x="359" y="27"/>
                  <a:pt x="392" y="17"/>
                  <a:pt x="426" y="11"/>
                </a:cubicBezTo>
                <a:cubicBezTo>
                  <a:pt x="461" y="4"/>
                  <a:pt x="495" y="0"/>
                  <a:pt x="53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46" name="" descr=""/>
          <p:cNvPicPr/>
          <p:nvPr/>
        </p:nvPicPr>
        <p:blipFill>
          <a:blip r:embed="rId1"/>
          <a:stretch/>
        </p:blipFill>
        <p:spPr>
          <a:xfrm>
            <a:off x="10515600" y="38160"/>
            <a:ext cx="1142640" cy="1142640"/>
          </a:xfrm>
          <a:prstGeom prst="rect">
            <a:avLst/>
          </a:prstGeom>
          <a:ln w="0">
            <a:noFill/>
          </a:ln>
        </p:spPr>
      </p:pic>
      <p:sp>
        <p:nvSpPr>
          <p:cNvPr id="47" name=""/>
          <p:cNvSpPr/>
          <p:nvPr/>
        </p:nvSpPr>
        <p:spPr>
          <a:xfrm>
            <a:off x="537840" y="975960"/>
            <a:ext cx="11116080" cy="1276920"/>
          </a:xfrm>
          <a:custGeom>
            <a:avLst/>
            <a:gdLst/>
            <a:ahLst/>
            <a:rect l="0" t="0" r="r" b="b"/>
            <a:pathLst>
              <a:path w="30878" h="3547">
                <a:moveTo>
                  <a:pt x="0" y="3348"/>
                </a:moveTo>
                <a:lnTo>
                  <a:pt x="0" y="199"/>
                </a:lnTo>
                <a:cubicBezTo>
                  <a:pt x="0" y="186"/>
                  <a:pt x="2" y="173"/>
                  <a:pt x="4" y="160"/>
                </a:cubicBezTo>
                <a:cubicBezTo>
                  <a:pt x="7" y="147"/>
                  <a:pt x="11" y="135"/>
                  <a:pt x="16" y="123"/>
                </a:cubicBezTo>
                <a:cubicBezTo>
                  <a:pt x="20" y="111"/>
                  <a:pt x="27" y="100"/>
                  <a:pt x="34" y="89"/>
                </a:cubicBezTo>
                <a:cubicBezTo>
                  <a:pt x="41" y="78"/>
                  <a:pt x="49" y="68"/>
                  <a:pt x="59" y="59"/>
                </a:cubicBezTo>
                <a:cubicBezTo>
                  <a:pt x="68" y="49"/>
                  <a:pt x="78" y="41"/>
                  <a:pt x="89" y="34"/>
                </a:cubicBezTo>
                <a:cubicBezTo>
                  <a:pt x="99" y="27"/>
                  <a:pt x="111" y="21"/>
                  <a:pt x="123" y="16"/>
                </a:cubicBezTo>
                <a:cubicBezTo>
                  <a:pt x="135" y="11"/>
                  <a:pt x="147" y="7"/>
                  <a:pt x="160" y="4"/>
                </a:cubicBezTo>
                <a:cubicBezTo>
                  <a:pt x="173" y="2"/>
                  <a:pt x="186" y="0"/>
                  <a:pt x="199" y="0"/>
                </a:cubicBezTo>
                <a:lnTo>
                  <a:pt x="30680" y="0"/>
                </a:lnTo>
                <a:cubicBezTo>
                  <a:pt x="30693" y="0"/>
                  <a:pt x="30706" y="2"/>
                  <a:pt x="30719" y="4"/>
                </a:cubicBezTo>
                <a:cubicBezTo>
                  <a:pt x="30731" y="7"/>
                  <a:pt x="30744" y="11"/>
                  <a:pt x="30756" y="16"/>
                </a:cubicBezTo>
                <a:cubicBezTo>
                  <a:pt x="30768" y="21"/>
                  <a:pt x="30779" y="27"/>
                  <a:pt x="30790" y="34"/>
                </a:cubicBezTo>
                <a:cubicBezTo>
                  <a:pt x="30801" y="41"/>
                  <a:pt x="30811" y="49"/>
                  <a:pt x="30820" y="59"/>
                </a:cubicBezTo>
                <a:cubicBezTo>
                  <a:pt x="30829" y="68"/>
                  <a:pt x="30838" y="78"/>
                  <a:pt x="30845" y="89"/>
                </a:cubicBezTo>
                <a:cubicBezTo>
                  <a:pt x="30852" y="100"/>
                  <a:pt x="30858" y="111"/>
                  <a:pt x="30863" y="123"/>
                </a:cubicBezTo>
                <a:cubicBezTo>
                  <a:pt x="30868" y="135"/>
                  <a:pt x="30872" y="147"/>
                  <a:pt x="30874" y="160"/>
                </a:cubicBezTo>
                <a:cubicBezTo>
                  <a:pt x="30877" y="173"/>
                  <a:pt x="30878" y="186"/>
                  <a:pt x="30878" y="199"/>
                </a:cubicBezTo>
                <a:lnTo>
                  <a:pt x="30878" y="3348"/>
                </a:lnTo>
                <a:cubicBezTo>
                  <a:pt x="30878" y="3361"/>
                  <a:pt x="30877" y="3374"/>
                  <a:pt x="30874" y="3387"/>
                </a:cubicBezTo>
                <a:cubicBezTo>
                  <a:pt x="30872" y="3400"/>
                  <a:pt x="30868" y="3412"/>
                  <a:pt x="30863" y="3424"/>
                </a:cubicBezTo>
                <a:cubicBezTo>
                  <a:pt x="30858" y="3436"/>
                  <a:pt x="30852" y="3448"/>
                  <a:pt x="30845" y="3459"/>
                </a:cubicBezTo>
                <a:cubicBezTo>
                  <a:pt x="30838" y="3470"/>
                  <a:pt x="30829" y="3480"/>
                  <a:pt x="30820" y="3489"/>
                </a:cubicBezTo>
                <a:cubicBezTo>
                  <a:pt x="30811" y="3498"/>
                  <a:pt x="30801" y="3506"/>
                  <a:pt x="30790" y="3513"/>
                </a:cubicBezTo>
                <a:cubicBezTo>
                  <a:pt x="30779" y="3521"/>
                  <a:pt x="30768" y="3527"/>
                  <a:pt x="30756" y="3532"/>
                </a:cubicBezTo>
                <a:cubicBezTo>
                  <a:pt x="30744" y="3537"/>
                  <a:pt x="30731" y="3541"/>
                  <a:pt x="30719" y="3543"/>
                </a:cubicBezTo>
                <a:cubicBezTo>
                  <a:pt x="30706" y="3546"/>
                  <a:pt x="30693" y="3547"/>
                  <a:pt x="30680" y="3547"/>
                </a:cubicBezTo>
                <a:lnTo>
                  <a:pt x="199" y="3547"/>
                </a:lnTo>
                <a:cubicBezTo>
                  <a:pt x="186" y="3547"/>
                  <a:pt x="173" y="3546"/>
                  <a:pt x="160" y="3543"/>
                </a:cubicBezTo>
                <a:cubicBezTo>
                  <a:pt x="147" y="3541"/>
                  <a:pt x="135" y="3537"/>
                  <a:pt x="123" y="3532"/>
                </a:cubicBezTo>
                <a:cubicBezTo>
                  <a:pt x="111" y="3527"/>
                  <a:pt x="99" y="3521"/>
                  <a:pt x="89" y="3513"/>
                </a:cubicBezTo>
                <a:cubicBezTo>
                  <a:pt x="78" y="3506"/>
                  <a:pt x="68" y="3498"/>
                  <a:pt x="59" y="3489"/>
                </a:cubicBezTo>
                <a:cubicBezTo>
                  <a:pt x="49" y="3480"/>
                  <a:pt x="41" y="3470"/>
                  <a:pt x="34" y="3459"/>
                </a:cubicBezTo>
                <a:cubicBezTo>
                  <a:pt x="27" y="3448"/>
                  <a:pt x="20" y="3436"/>
                  <a:pt x="16" y="3424"/>
                </a:cubicBezTo>
                <a:cubicBezTo>
                  <a:pt x="11" y="3412"/>
                  <a:pt x="7" y="3400"/>
                  <a:pt x="4" y="3387"/>
                </a:cubicBezTo>
                <a:cubicBezTo>
                  <a:pt x="2" y="3374"/>
                  <a:pt x="0" y="3361"/>
                  <a:pt x="0" y="3348"/>
                </a:cubicBezTo>
                <a:close/>
              </a:path>
            </a:pathLst>
          </a:custGeom>
          <a:solidFill>
            <a:srgbClr val="f5f7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" name=""/>
          <p:cNvSpPr/>
          <p:nvPr/>
        </p:nvSpPr>
        <p:spPr>
          <a:xfrm>
            <a:off x="537840" y="975960"/>
            <a:ext cx="11116080" cy="1276920"/>
          </a:xfrm>
          <a:custGeom>
            <a:avLst/>
            <a:gdLst/>
            <a:ahLst/>
            <a:rect l="0" t="0" r="r" b="b"/>
            <a:pathLst>
              <a:path w="30878" h="3547">
                <a:moveTo>
                  <a:pt x="0" y="3348"/>
                </a:moveTo>
                <a:lnTo>
                  <a:pt x="0" y="199"/>
                </a:lnTo>
                <a:cubicBezTo>
                  <a:pt x="0" y="186"/>
                  <a:pt x="2" y="173"/>
                  <a:pt x="4" y="160"/>
                </a:cubicBezTo>
                <a:cubicBezTo>
                  <a:pt x="7" y="147"/>
                  <a:pt x="11" y="135"/>
                  <a:pt x="16" y="123"/>
                </a:cubicBezTo>
                <a:cubicBezTo>
                  <a:pt x="20" y="111"/>
                  <a:pt x="27" y="100"/>
                  <a:pt x="34" y="89"/>
                </a:cubicBezTo>
                <a:cubicBezTo>
                  <a:pt x="41" y="78"/>
                  <a:pt x="49" y="68"/>
                  <a:pt x="59" y="59"/>
                </a:cubicBezTo>
                <a:cubicBezTo>
                  <a:pt x="68" y="49"/>
                  <a:pt x="78" y="41"/>
                  <a:pt x="89" y="34"/>
                </a:cubicBezTo>
                <a:cubicBezTo>
                  <a:pt x="99" y="27"/>
                  <a:pt x="111" y="21"/>
                  <a:pt x="123" y="16"/>
                </a:cubicBezTo>
                <a:cubicBezTo>
                  <a:pt x="135" y="11"/>
                  <a:pt x="147" y="7"/>
                  <a:pt x="160" y="4"/>
                </a:cubicBezTo>
                <a:cubicBezTo>
                  <a:pt x="173" y="2"/>
                  <a:pt x="186" y="0"/>
                  <a:pt x="199" y="0"/>
                </a:cubicBezTo>
                <a:lnTo>
                  <a:pt x="30680" y="0"/>
                </a:lnTo>
                <a:cubicBezTo>
                  <a:pt x="30693" y="0"/>
                  <a:pt x="30706" y="2"/>
                  <a:pt x="30719" y="4"/>
                </a:cubicBezTo>
                <a:cubicBezTo>
                  <a:pt x="30731" y="7"/>
                  <a:pt x="30744" y="11"/>
                  <a:pt x="30756" y="16"/>
                </a:cubicBezTo>
                <a:cubicBezTo>
                  <a:pt x="30768" y="21"/>
                  <a:pt x="30779" y="27"/>
                  <a:pt x="30790" y="34"/>
                </a:cubicBezTo>
                <a:cubicBezTo>
                  <a:pt x="30801" y="41"/>
                  <a:pt x="30811" y="49"/>
                  <a:pt x="30820" y="59"/>
                </a:cubicBezTo>
                <a:cubicBezTo>
                  <a:pt x="30829" y="68"/>
                  <a:pt x="30838" y="78"/>
                  <a:pt x="30845" y="89"/>
                </a:cubicBezTo>
                <a:cubicBezTo>
                  <a:pt x="30852" y="100"/>
                  <a:pt x="30858" y="111"/>
                  <a:pt x="30863" y="123"/>
                </a:cubicBezTo>
                <a:cubicBezTo>
                  <a:pt x="30868" y="135"/>
                  <a:pt x="30872" y="147"/>
                  <a:pt x="30874" y="160"/>
                </a:cubicBezTo>
                <a:cubicBezTo>
                  <a:pt x="30877" y="173"/>
                  <a:pt x="30878" y="186"/>
                  <a:pt x="30878" y="199"/>
                </a:cubicBezTo>
                <a:lnTo>
                  <a:pt x="30878" y="3348"/>
                </a:lnTo>
                <a:cubicBezTo>
                  <a:pt x="30878" y="3361"/>
                  <a:pt x="30877" y="3374"/>
                  <a:pt x="30874" y="3387"/>
                </a:cubicBezTo>
                <a:cubicBezTo>
                  <a:pt x="30872" y="3400"/>
                  <a:pt x="30868" y="3412"/>
                  <a:pt x="30863" y="3424"/>
                </a:cubicBezTo>
                <a:cubicBezTo>
                  <a:pt x="30858" y="3436"/>
                  <a:pt x="30852" y="3448"/>
                  <a:pt x="30845" y="3459"/>
                </a:cubicBezTo>
                <a:cubicBezTo>
                  <a:pt x="30838" y="3470"/>
                  <a:pt x="30829" y="3480"/>
                  <a:pt x="30820" y="3489"/>
                </a:cubicBezTo>
                <a:cubicBezTo>
                  <a:pt x="30811" y="3498"/>
                  <a:pt x="30801" y="3506"/>
                  <a:pt x="30790" y="3513"/>
                </a:cubicBezTo>
                <a:cubicBezTo>
                  <a:pt x="30779" y="3521"/>
                  <a:pt x="30768" y="3527"/>
                  <a:pt x="30756" y="3532"/>
                </a:cubicBezTo>
                <a:cubicBezTo>
                  <a:pt x="30744" y="3537"/>
                  <a:pt x="30731" y="3541"/>
                  <a:pt x="30719" y="3543"/>
                </a:cubicBezTo>
                <a:cubicBezTo>
                  <a:pt x="30706" y="3546"/>
                  <a:pt x="30693" y="3547"/>
                  <a:pt x="30680" y="3547"/>
                </a:cubicBezTo>
                <a:lnTo>
                  <a:pt x="199" y="3547"/>
                </a:lnTo>
                <a:cubicBezTo>
                  <a:pt x="186" y="3547"/>
                  <a:pt x="173" y="3546"/>
                  <a:pt x="160" y="3543"/>
                </a:cubicBezTo>
                <a:cubicBezTo>
                  <a:pt x="147" y="3541"/>
                  <a:pt x="135" y="3537"/>
                  <a:pt x="123" y="3532"/>
                </a:cubicBezTo>
                <a:cubicBezTo>
                  <a:pt x="111" y="3527"/>
                  <a:pt x="99" y="3521"/>
                  <a:pt x="89" y="3513"/>
                </a:cubicBezTo>
                <a:cubicBezTo>
                  <a:pt x="78" y="3506"/>
                  <a:pt x="68" y="3498"/>
                  <a:pt x="59" y="3489"/>
                </a:cubicBezTo>
                <a:cubicBezTo>
                  <a:pt x="49" y="3480"/>
                  <a:pt x="41" y="3470"/>
                  <a:pt x="34" y="3459"/>
                </a:cubicBezTo>
                <a:cubicBezTo>
                  <a:pt x="27" y="3448"/>
                  <a:pt x="20" y="3436"/>
                  <a:pt x="16" y="3424"/>
                </a:cubicBezTo>
                <a:cubicBezTo>
                  <a:pt x="11" y="3412"/>
                  <a:pt x="7" y="3400"/>
                  <a:pt x="4" y="3387"/>
                </a:cubicBezTo>
                <a:cubicBezTo>
                  <a:pt x="2" y="3374"/>
                  <a:pt x="0" y="3361"/>
                  <a:pt x="0" y="3348"/>
                </a:cubicBezTo>
                <a:close/>
              </a:path>
            </a:pathLst>
          </a:custGeom>
          <a:noFill/>
          <a:ln w="9360">
            <a:solidFill>
              <a:srgbClr val="d7dde5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" name=""/>
          <p:cNvSpPr txBox="1"/>
          <p:nvPr/>
        </p:nvSpPr>
        <p:spPr>
          <a:xfrm>
            <a:off x="714240" y="1131120"/>
            <a:ext cx="1231920" cy="23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350" spc="-1" strike="noStrike">
                <a:solidFill>
                  <a:srgbClr val="cf222e"/>
                </a:solidFill>
                <a:latin typeface="NotoSansJP"/>
                <a:ea typeface="NotoSansJP"/>
              </a:rPr>
              <a:t>def</a:t>
            </a:r>
            <a:r>
              <a:rPr b="0" lang="en-US" sz="1350" spc="-1" strike="noStrike">
                <a:solidFill>
                  <a:srgbClr val="6639ba"/>
                </a:solidFill>
                <a:latin typeface="NotoSansJP"/>
                <a:ea typeface="NotoSansJP"/>
              </a:rPr>
              <a:t> greet</a:t>
            </a:r>
            <a:r>
              <a:rPr b="0" lang="en-US" sz="1350" spc="-1" strike="noStrike">
                <a:solidFill>
                  <a:srgbClr val="1b1b1b"/>
                </a:solidFill>
                <a:latin typeface="NotoSansJP"/>
                <a:ea typeface="NotoSansJP"/>
              </a:rPr>
              <a:t>(name):</a:t>
            </a:r>
            <a:endParaRPr b="0" lang="en-US" sz="13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" name=""/>
          <p:cNvSpPr txBox="1"/>
          <p:nvPr/>
        </p:nvSpPr>
        <p:spPr>
          <a:xfrm>
            <a:off x="867960" y="1369440"/>
            <a:ext cx="1699920" cy="23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350" spc="-1" strike="noStrike">
                <a:solidFill>
                  <a:srgbClr val="cf222e"/>
                </a:solidFill>
                <a:latin typeface="NotoSansJP"/>
                <a:ea typeface="NotoSansJP"/>
              </a:rPr>
              <a:t>return</a:t>
            </a:r>
            <a:r>
              <a:rPr b="0" lang="en-US" sz="1350" spc="-1" strike="noStrike">
                <a:solidFill>
                  <a:srgbClr val="0a3069"/>
                </a:solidFill>
                <a:latin typeface="NotoSansJP"/>
                <a:ea typeface="NotoSansJP"/>
              </a:rPr>
              <a:t> f"Hello, </a:t>
            </a:r>
            <a:r>
              <a:rPr b="0" lang="en-US" sz="1350" spc="-1" strike="noStrike">
                <a:solidFill>
                  <a:srgbClr val="1f2328"/>
                </a:solidFill>
                <a:latin typeface="NotoSansJP"/>
                <a:ea typeface="NotoSansJP"/>
              </a:rPr>
              <a:t>{name}</a:t>
            </a:r>
            <a:r>
              <a:rPr b="0" lang="en-US" sz="1350" spc="-1" strike="noStrike">
                <a:solidFill>
                  <a:srgbClr val="0a3069"/>
                </a:solidFill>
                <a:latin typeface="NotoSansJP"/>
                <a:ea typeface="NotoSansJP"/>
              </a:rPr>
              <a:t>!"</a:t>
            </a:r>
            <a:endParaRPr b="0" lang="en-US" sz="13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" name=""/>
          <p:cNvSpPr txBox="1"/>
          <p:nvPr/>
        </p:nvSpPr>
        <p:spPr>
          <a:xfrm>
            <a:off x="714240" y="1855080"/>
            <a:ext cx="1450080" cy="23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350" spc="-1" strike="noStrike">
                <a:solidFill>
                  <a:srgbClr val="953800"/>
                </a:solidFill>
                <a:latin typeface="NotoSansJP"/>
                <a:ea typeface="NotoSansJP"/>
              </a:rPr>
              <a:t>print</a:t>
            </a:r>
            <a:r>
              <a:rPr b="0" lang="en-US" sz="1350" spc="-1" strike="noStrike">
                <a:solidFill>
                  <a:srgbClr val="1b1b1b"/>
                </a:solidFill>
                <a:latin typeface="NotoSansJP"/>
                <a:ea typeface="NotoSansJP"/>
              </a:rPr>
              <a:t>(greet(</a:t>
            </a:r>
            <a:r>
              <a:rPr b="0" lang="en-US" sz="1350" spc="-1" strike="noStrike">
                <a:solidFill>
                  <a:srgbClr val="0a3069"/>
                </a:solidFill>
                <a:latin typeface="NotoSansJP"/>
                <a:ea typeface="NotoSansJP"/>
              </a:rPr>
              <a:t>"KaiRA"</a:t>
            </a:r>
            <a:r>
              <a:rPr b="0" lang="en-US" sz="1350" spc="-1" strike="noStrike">
                <a:solidFill>
                  <a:srgbClr val="1b1b1b"/>
                </a:solidFill>
                <a:latin typeface="NotoSansJP"/>
                <a:ea typeface="NotoSansJP"/>
              </a:rPr>
              <a:t>))</a:t>
            </a:r>
            <a:endParaRPr b="0" lang="en-US" sz="13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" name=""/>
          <p:cNvSpPr/>
          <p:nvPr/>
        </p:nvSpPr>
        <p:spPr>
          <a:xfrm>
            <a:off x="533160" y="561960"/>
            <a:ext cx="267120" cy="57240"/>
          </a:xfrm>
          <a:custGeom>
            <a:avLst/>
            <a:gdLst/>
            <a:ahLst/>
            <a:rect l="0" t="0" r="r" b="b"/>
            <a:pathLst>
              <a:path w="742" h="159">
                <a:moveTo>
                  <a:pt x="0" y="106"/>
                </a:moveTo>
                <a:lnTo>
                  <a:pt x="0" y="52"/>
                </a:lnTo>
                <a:cubicBezTo>
                  <a:pt x="0" y="45"/>
                  <a:pt x="2" y="39"/>
                  <a:pt x="4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6" y="6"/>
                  <a:pt x="33" y="4"/>
                </a:cubicBezTo>
                <a:cubicBezTo>
                  <a:pt x="39" y="1"/>
                  <a:pt x="46" y="0"/>
                  <a:pt x="53" y="0"/>
                </a:cubicBezTo>
                <a:lnTo>
                  <a:pt x="689" y="0"/>
                </a:lnTo>
                <a:cubicBezTo>
                  <a:pt x="696" y="0"/>
                  <a:pt x="703" y="1"/>
                  <a:pt x="709" y="4"/>
                </a:cubicBezTo>
                <a:cubicBezTo>
                  <a:pt x="716" y="6"/>
                  <a:pt x="722" y="10"/>
                  <a:pt x="727" y="15"/>
                </a:cubicBezTo>
                <a:cubicBezTo>
                  <a:pt x="731" y="20"/>
                  <a:pt x="735" y="26"/>
                  <a:pt x="738" y="32"/>
                </a:cubicBezTo>
                <a:cubicBezTo>
                  <a:pt x="741" y="39"/>
                  <a:pt x="742" y="45"/>
                  <a:pt x="742" y="52"/>
                </a:cubicBezTo>
                <a:lnTo>
                  <a:pt x="742" y="106"/>
                </a:lnTo>
                <a:cubicBezTo>
                  <a:pt x="742" y="113"/>
                  <a:pt x="741" y="120"/>
                  <a:pt x="738" y="127"/>
                </a:cubicBezTo>
                <a:cubicBezTo>
                  <a:pt x="735" y="133"/>
                  <a:pt x="731" y="139"/>
                  <a:pt x="727" y="144"/>
                </a:cubicBezTo>
                <a:cubicBezTo>
                  <a:pt x="722" y="149"/>
                  <a:pt x="716" y="153"/>
                  <a:pt x="709" y="155"/>
                </a:cubicBezTo>
                <a:cubicBezTo>
                  <a:pt x="703" y="158"/>
                  <a:pt x="696" y="159"/>
                  <a:pt x="689" y="159"/>
                </a:cubicBezTo>
                <a:lnTo>
                  <a:pt x="53" y="159"/>
                </a:lnTo>
                <a:cubicBezTo>
                  <a:pt x="46" y="159"/>
                  <a:pt x="39" y="158"/>
                  <a:pt x="33" y="155"/>
                </a:cubicBezTo>
                <a:cubicBezTo>
                  <a:pt x="26" y="153"/>
                  <a:pt x="21" y="149"/>
                  <a:pt x="16" y="144"/>
                </a:cubicBezTo>
                <a:cubicBezTo>
                  <a:pt x="11" y="139"/>
                  <a:pt x="7" y="133"/>
                  <a:pt x="4" y="127"/>
                </a:cubicBezTo>
                <a:cubicBezTo>
                  <a:pt x="2" y="120"/>
                  <a:pt x="0" y="113"/>
                  <a:pt x="0" y="106"/>
                </a:cubicBez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3" name=""/>
          <p:cNvSpPr txBox="1"/>
          <p:nvPr/>
        </p:nvSpPr>
        <p:spPr>
          <a:xfrm>
            <a:off x="914400" y="392400"/>
            <a:ext cx="2561760" cy="361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Python</a:t>
            </a:r>
            <a:r>
              <a:rPr b="0" lang="zh-CN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コードサンプル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" name=""/>
          <p:cNvSpPr txBox="1"/>
          <p:nvPr/>
        </p:nvSpPr>
        <p:spPr>
          <a:xfrm>
            <a:off x="11946600" y="6436800"/>
            <a:ext cx="304560" cy="41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111111"/>
                </a:solidFill>
                <a:latin typeface="NotoSansJP"/>
                <a:ea typeface="NotoSansJP"/>
              </a:rPr>
              <a:t>5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" name=""/>
          <p:cNvSpPr/>
          <p:nvPr/>
        </p:nvSpPr>
        <p:spPr>
          <a:xfrm>
            <a:off x="228240" y="228240"/>
            <a:ext cx="11735280" cy="6401160"/>
          </a:xfrm>
          <a:custGeom>
            <a:avLst/>
            <a:gdLst/>
            <a:ahLst/>
            <a:rect l="0" t="0" r="r" b="b"/>
            <a:pathLst>
              <a:path w="32598" h="17781">
                <a:moveTo>
                  <a:pt x="530" y="0"/>
                </a:moveTo>
                <a:lnTo>
                  <a:pt x="32069" y="0"/>
                </a:lnTo>
                <a:cubicBezTo>
                  <a:pt x="32104" y="0"/>
                  <a:pt x="32138" y="4"/>
                  <a:pt x="32172" y="11"/>
                </a:cubicBezTo>
                <a:cubicBezTo>
                  <a:pt x="32206" y="17"/>
                  <a:pt x="32239" y="27"/>
                  <a:pt x="32271" y="41"/>
                </a:cubicBezTo>
                <a:cubicBezTo>
                  <a:pt x="32304" y="54"/>
                  <a:pt x="32334" y="70"/>
                  <a:pt x="32363" y="90"/>
                </a:cubicBezTo>
                <a:cubicBezTo>
                  <a:pt x="32392" y="109"/>
                  <a:pt x="32419" y="131"/>
                  <a:pt x="32443" y="155"/>
                </a:cubicBezTo>
                <a:cubicBezTo>
                  <a:pt x="32468" y="180"/>
                  <a:pt x="32490" y="207"/>
                  <a:pt x="32509" y="236"/>
                </a:cubicBezTo>
                <a:cubicBezTo>
                  <a:pt x="32528" y="265"/>
                  <a:pt x="32545" y="295"/>
                  <a:pt x="32558" y="327"/>
                </a:cubicBezTo>
                <a:cubicBezTo>
                  <a:pt x="32571" y="359"/>
                  <a:pt x="32581" y="392"/>
                  <a:pt x="32588" y="426"/>
                </a:cubicBezTo>
                <a:cubicBezTo>
                  <a:pt x="32595" y="461"/>
                  <a:pt x="32598" y="495"/>
                  <a:pt x="32598" y="530"/>
                </a:cubicBezTo>
                <a:lnTo>
                  <a:pt x="32598" y="17252"/>
                </a:lnTo>
                <a:cubicBezTo>
                  <a:pt x="32598" y="17287"/>
                  <a:pt x="32595" y="17321"/>
                  <a:pt x="32588" y="17356"/>
                </a:cubicBezTo>
                <a:cubicBezTo>
                  <a:pt x="32581" y="17390"/>
                  <a:pt x="32571" y="17423"/>
                  <a:pt x="32558" y="17455"/>
                </a:cubicBezTo>
                <a:cubicBezTo>
                  <a:pt x="32545" y="17487"/>
                  <a:pt x="32528" y="17517"/>
                  <a:pt x="32509" y="17546"/>
                </a:cubicBezTo>
                <a:cubicBezTo>
                  <a:pt x="32490" y="17575"/>
                  <a:pt x="32468" y="17602"/>
                  <a:pt x="32443" y="17627"/>
                </a:cubicBezTo>
                <a:cubicBezTo>
                  <a:pt x="32419" y="17651"/>
                  <a:pt x="32392" y="17673"/>
                  <a:pt x="32363" y="17692"/>
                </a:cubicBezTo>
                <a:cubicBezTo>
                  <a:pt x="32334" y="17712"/>
                  <a:pt x="32304" y="17728"/>
                  <a:pt x="32271" y="17741"/>
                </a:cubicBezTo>
                <a:cubicBezTo>
                  <a:pt x="32239" y="17755"/>
                  <a:pt x="32206" y="17765"/>
                  <a:pt x="32172" y="17771"/>
                </a:cubicBezTo>
                <a:cubicBezTo>
                  <a:pt x="32138" y="17778"/>
                  <a:pt x="32104" y="17781"/>
                  <a:pt x="32069" y="17781"/>
                </a:cubicBezTo>
                <a:lnTo>
                  <a:pt x="530" y="17781"/>
                </a:lnTo>
                <a:cubicBezTo>
                  <a:pt x="495" y="17781"/>
                  <a:pt x="461" y="17778"/>
                  <a:pt x="426" y="17771"/>
                </a:cubicBezTo>
                <a:cubicBezTo>
                  <a:pt x="392" y="17765"/>
                  <a:pt x="359" y="17755"/>
                  <a:pt x="327" y="17741"/>
                </a:cubicBezTo>
                <a:cubicBezTo>
                  <a:pt x="295" y="17728"/>
                  <a:pt x="265" y="17712"/>
                  <a:pt x="236" y="17692"/>
                </a:cubicBezTo>
                <a:cubicBezTo>
                  <a:pt x="207" y="17673"/>
                  <a:pt x="180" y="17651"/>
                  <a:pt x="155" y="17627"/>
                </a:cubicBezTo>
                <a:cubicBezTo>
                  <a:pt x="131" y="17602"/>
                  <a:pt x="109" y="17575"/>
                  <a:pt x="90" y="17546"/>
                </a:cubicBezTo>
                <a:cubicBezTo>
                  <a:pt x="70" y="17517"/>
                  <a:pt x="54" y="17487"/>
                  <a:pt x="41" y="17455"/>
                </a:cubicBezTo>
                <a:cubicBezTo>
                  <a:pt x="27" y="17423"/>
                  <a:pt x="17" y="17390"/>
                  <a:pt x="11" y="17356"/>
                </a:cubicBezTo>
                <a:cubicBezTo>
                  <a:pt x="4" y="17321"/>
                  <a:pt x="0" y="17287"/>
                  <a:pt x="0" y="17252"/>
                </a:cubicBezTo>
                <a:lnTo>
                  <a:pt x="0" y="530"/>
                </a:lnTo>
                <a:cubicBezTo>
                  <a:pt x="0" y="495"/>
                  <a:pt x="4" y="461"/>
                  <a:pt x="11" y="426"/>
                </a:cubicBezTo>
                <a:cubicBezTo>
                  <a:pt x="17" y="392"/>
                  <a:pt x="27" y="359"/>
                  <a:pt x="41" y="327"/>
                </a:cubicBezTo>
                <a:cubicBezTo>
                  <a:pt x="54" y="295"/>
                  <a:pt x="70" y="265"/>
                  <a:pt x="90" y="236"/>
                </a:cubicBezTo>
                <a:cubicBezTo>
                  <a:pt x="109" y="207"/>
                  <a:pt x="131" y="180"/>
                  <a:pt x="155" y="155"/>
                </a:cubicBezTo>
                <a:cubicBezTo>
                  <a:pt x="180" y="131"/>
                  <a:pt x="207" y="109"/>
                  <a:pt x="236" y="90"/>
                </a:cubicBezTo>
                <a:cubicBezTo>
                  <a:pt x="265" y="70"/>
                  <a:pt x="295" y="54"/>
                  <a:pt x="327" y="41"/>
                </a:cubicBezTo>
                <a:cubicBezTo>
                  <a:pt x="359" y="27"/>
                  <a:pt x="392" y="17"/>
                  <a:pt x="426" y="11"/>
                </a:cubicBezTo>
                <a:cubicBezTo>
                  <a:pt x="461" y="4"/>
                  <a:pt x="495" y="0"/>
                  <a:pt x="53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59" name="" descr=""/>
          <p:cNvPicPr/>
          <p:nvPr/>
        </p:nvPicPr>
        <p:blipFill>
          <a:blip r:embed="rId1"/>
          <a:stretch/>
        </p:blipFill>
        <p:spPr>
          <a:xfrm>
            <a:off x="10515600" y="38160"/>
            <a:ext cx="1142640" cy="1142640"/>
          </a:xfrm>
          <a:prstGeom prst="rect">
            <a:avLst/>
          </a:prstGeom>
          <a:ln w="0">
            <a:noFill/>
          </a:ln>
        </p:spPr>
      </p:pic>
      <p:sp>
        <p:nvSpPr>
          <p:cNvPr id="60" name=""/>
          <p:cNvSpPr txBox="1"/>
          <p:nvPr/>
        </p:nvSpPr>
        <p:spPr>
          <a:xfrm>
            <a:off x="533520" y="923760"/>
            <a:ext cx="27590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c9342f"/>
                </a:solidFill>
                <a:latin typeface="NotoSansJP"/>
                <a:ea typeface="NotoSansJP"/>
              </a:rPr>
              <a:t>赤文字の強調テキスト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" name=""/>
          <p:cNvSpPr txBox="1"/>
          <p:nvPr/>
        </p:nvSpPr>
        <p:spPr>
          <a:xfrm>
            <a:off x="533520" y="1438200"/>
            <a:ext cx="33109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083a5e"/>
                </a:solidFill>
                <a:latin typeface="NotoSansJP"/>
                <a:ea typeface="NotoSansJP"/>
              </a:rPr>
              <a:t>濃い青文字の強調テキスト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" name=""/>
          <p:cNvSpPr txBox="1"/>
          <p:nvPr/>
        </p:nvSpPr>
        <p:spPr>
          <a:xfrm>
            <a:off x="533520" y="1942920"/>
            <a:ext cx="24832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太字の強調テキスト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" name=""/>
          <p:cNvSpPr txBox="1"/>
          <p:nvPr/>
        </p:nvSpPr>
        <p:spPr>
          <a:xfrm>
            <a:off x="533520" y="2457360"/>
            <a:ext cx="182268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c9342f"/>
                </a:solidFill>
                <a:latin typeface="NotoSansJP"/>
                <a:ea typeface="NotoSansJP"/>
              </a:rPr>
              <a:t>太字 </a:t>
            </a:r>
            <a:r>
              <a:rPr b="0" lang="en-US" sz="2170" spc="-1" strike="noStrike">
                <a:solidFill>
                  <a:srgbClr val="c9342f"/>
                </a:solidFill>
                <a:latin typeface="NotoSansJP"/>
                <a:ea typeface="NotoSansJP"/>
              </a:rPr>
              <a:t>+ </a:t>
            </a:r>
            <a:r>
              <a:rPr b="0" lang="zh-CN" sz="2170" spc="-1" strike="noStrike">
                <a:solidFill>
                  <a:srgbClr val="c9342f"/>
                </a:solidFill>
                <a:latin typeface="NotoSansJP"/>
                <a:ea typeface="NotoSansJP"/>
              </a:rPr>
              <a:t>赤文字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" name=""/>
          <p:cNvSpPr txBox="1"/>
          <p:nvPr/>
        </p:nvSpPr>
        <p:spPr>
          <a:xfrm>
            <a:off x="533520" y="2962440"/>
            <a:ext cx="237420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083a5e"/>
                </a:solidFill>
                <a:latin typeface="NotoSansJP"/>
                <a:ea typeface="NotoSansJP"/>
              </a:rPr>
              <a:t>太字 </a:t>
            </a:r>
            <a:r>
              <a:rPr b="0" lang="en-US" sz="2170" spc="-1" strike="noStrike">
                <a:solidFill>
                  <a:srgbClr val="083a5e"/>
                </a:solidFill>
                <a:latin typeface="NotoSansJP"/>
                <a:ea typeface="NotoSansJP"/>
              </a:rPr>
              <a:t>+ </a:t>
            </a:r>
            <a:r>
              <a:rPr b="0" lang="zh-CN" sz="2170" spc="-1" strike="noStrike">
                <a:solidFill>
                  <a:srgbClr val="083a5e"/>
                </a:solidFill>
                <a:latin typeface="NotoSansJP"/>
                <a:ea typeface="NotoSansJP"/>
              </a:rPr>
              <a:t>濃い青文字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" name=""/>
          <p:cNvSpPr txBox="1"/>
          <p:nvPr/>
        </p:nvSpPr>
        <p:spPr>
          <a:xfrm>
            <a:off x="4995000" y="3476520"/>
            <a:ext cx="22075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中央揃えテキスト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" name=""/>
          <p:cNvSpPr/>
          <p:nvPr/>
        </p:nvSpPr>
        <p:spPr>
          <a:xfrm>
            <a:off x="533160" y="4848120"/>
            <a:ext cx="2202120" cy="28800"/>
          </a:xfrm>
          <a:custGeom>
            <a:avLst/>
            <a:gdLst/>
            <a:ahLst/>
            <a:rect l="0" t="0" r="r" b="b"/>
            <a:pathLst>
              <a:path w="6117" h="80">
                <a:moveTo>
                  <a:pt x="0" y="0"/>
                </a:moveTo>
                <a:lnTo>
                  <a:pt x="6117" y="0"/>
                </a:lnTo>
                <a:lnTo>
                  <a:pt x="6117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7" name=""/>
          <p:cNvSpPr txBox="1"/>
          <p:nvPr/>
        </p:nvSpPr>
        <p:spPr>
          <a:xfrm>
            <a:off x="9733320" y="3981600"/>
            <a:ext cx="19317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右揃えテキスト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" name=""/>
          <p:cNvSpPr txBox="1"/>
          <p:nvPr/>
        </p:nvSpPr>
        <p:spPr>
          <a:xfrm>
            <a:off x="533520" y="4495680"/>
            <a:ext cx="22075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下線付きテキスト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" name=""/>
          <p:cNvSpPr/>
          <p:nvPr/>
        </p:nvSpPr>
        <p:spPr>
          <a:xfrm>
            <a:off x="1361880" y="5391000"/>
            <a:ext cx="686160" cy="438480"/>
          </a:xfrm>
          <a:custGeom>
            <a:avLst/>
            <a:gdLst/>
            <a:ahLst/>
            <a:rect l="0" t="0" r="r" b="b"/>
            <a:pathLst>
              <a:path w="1906" h="1218">
                <a:moveTo>
                  <a:pt x="0" y="1059"/>
                </a:moveTo>
                <a:lnTo>
                  <a:pt x="0" y="159"/>
                </a:lnTo>
                <a:cubicBezTo>
                  <a:pt x="0" y="148"/>
                  <a:pt x="1" y="138"/>
                  <a:pt x="3" y="128"/>
                </a:cubicBezTo>
                <a:cubicBezTo>
                  <a:pt x="5" y="117"/>
                  <a:pt x="8" y="108"/>
                  <a:pt x="12" y="98"/>
                </a:cubicBezTo>
                <a:cubicBezTo>
                  <a:pt x="16" y="88"/>
                  <a:pt x="21" y="79"/>
                  <a:pt x="27" y="70"/>
                </a:cubicBezTo>
                <a:cubicBezTo>
                  <a:pt x="33" y="62"/>
                  <a:pt x="39" y="54"/>
                  <a:pt x="47" y="46"/>
                </a:cubicBezTo>
                <a:cubicBezTo>
                  <a:pt x="54" y="39"/>
                  <a:pt x="62" y="32"/>
                  <a:pt x="71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8" y="0"/>
                  <a:pt x="159" y="0"/>
                </a:cubicBezTo>
                <a:lnTo>
                  <a:pt x="1747" y="0"/>
                </a:lnTo>
                <a:cubicBezTo>
                  <a:pt x="1758" y="0"/>
                  <a:pt x="1768" y="1"/>
                  <a:pt x="1778" y="3"/>
                </a:cubicBezTo>
                <a:cubicBezTo>
                  <a:pt x="1788" y="5"/>
                  <a:pt x="1798" y="8"/>
                  <a:pt x="1808" y="12"/>
                </a:cubicBezTo>
                <a:cubicBezTo>
                  <a:pt x="1818" y="16"/>
                  <a:pt x="1827" y="21"/>
                  <a:pt x="1835" y="27"/>
                </a:cubicBezTo>
                <a:cubicBezTo>
                  <a:pt x="1844" y="32"/>
                  <a:pt x="1852" y="39"/>
                  <a:pt x="1860" y="46"/>
                </a:cubicBezTo>
                <a:cubicBezTo>
                  <a:pt x="1867" y="54"/>
                  <a:pt x="1873" y="62"/>
                  <a:pt x="1879" y="70"/>
                </a:cubicBezTo>
                <a:cubicBezTo>
                  <a:pt x="1885" y="79"/>
                  <a:pt x="1890" y="88"/>
                  <a:pt x="1894" y="98"/>
                </a:cubicBezTo>
                <a:cubicBezTo>
                  <a:pt x="1898" y="108"/>
                  <a:pt x="1901" y="117"/>
                  <a:pt x="1903" y="128"/>
                </a:cubicBezTo>
                <a:cubicBezTo>
                  <a:pt x="1905" y="138"/>
                  <a:pt x="1906" y="148"/>
                  <a:pt x="1906" y="159"/>
                </a:cubicBezTo>
                <a:lnTo>
                  <a:pt x="1906" y="1059"/>
                </a:lnTo>
                <a:cubicBezTo>
                  <a:pt x="1906" y="1070"/>
                  <a:pt x="1905" y="1080"/>
                  <a:pt x="1903" y="1090"/>
                </a:cubicBezTo>
                <a:cubicBezTo>
                  <a:pt x="1901" y="1100"/>
                  <a:pt x="1898" y="1110"/>
                  <a:pt x="1894" y="1120"/>
                </a:cubicBezTo>
                <a:cubicBezTo>
                  <a:pt x="1890" y="1130"/>
                  <a:pt x="1885" y="1139"/>
                  <a:pt x="1879" y="1147"/>
                </a:cubicBezTo>
                <a:cubicBezTo>
                  <a:pt x="1873" y="1156"/>
                  <a:pt x="1867" y="1164"/>
                  <a:pt x="1860" y="1172"/>
                </a:cubicBezTo>
                <a:cubicBezTo>
                  <a:pt x="1852" y="1179"/>
                  <a:pt x="1844" y="1185"/>
                  <a:pt x="1835" y="1191"/>
                </a:cubicBezTo>
                <a:cubicBezTo>
                  <a:pt x="1827" y="1197"/>
                  <a:pt x="1818" y="1202"/>
                  <a:pt x="1808" y="1206"/>
                </a:cubicBezTo>
                <a:cubicBezTo>
                  <a:pt x="1798" y="1210"/>
                  <a:pt x="1788" y="1213"/>
                  <a:pt x="1778" y="1215"/>
                </a:cubicBezTo>
                <a:cubicBezTo>
                  <a:pt x="1768" y="1217"/>
                  <a:pt x="1758" y="1218"/>
                  <a:pt x="1747" y="1218"/>
                </a:cubicBezTo>
                <a:lnTo>
                  <a:pt x="159" y="1218"/>
                </a:lnTo>
                <a:cubicBezTo>
                  <a:pt x="148" y="1218"/>
                  <a:pt x="138" y="1217"/>
                  <a:pt x="128" y="1215"/>
                </a:cubicBezTo>
                <a:cubicBezTo>
                  <a:pt x="118" y="1213"/>
                  <a:pt x="108" y="1210"/>
                  <a:pt x="98" y="1206"/>
                </a:cubicBezTo>
                <a:cubicBezTo>
                  <a:pt x="88" y="1202"/>
                  <a:pt x="79" y="1197"/>
                  <a:pt x="71" y="1191"/>
                </a:cubicBezTo>
                <a:cubicBezTo>
                  <a:pt x="62" y="1185"/>
                  <a:pt x="54" y="1179"/>
                  <a:pt x="47" y="1172"/>
                </a:cubicBezTo>
                <a:cubicBezTo>
                  <a:pt x="39" y="1164"/>
                  <a:pt x="33" y="1156"/>
                  <a:pt x="27" y="1147"/>
                </a:cubicBezTo>
                <a:cubicBezTo>
                  <a:pt x="21" y="1139"/>
                  <a:pt x="16" y="1130"/>
                  <a:pt x="12" y="1120"/>
                </a:cubicBezTo>
                <a:cubicBezTo>
                  <a:pt x="8" y="1110"/>
                  <a:pt x="5" y="1100"/>
                  <a:pt x="3" y="1090"/>
                </a:cubicBezTo>
                <a:cubicBezTo>
                  <a:pt x="1" y="1080"/>
                  <a:pt x="0" y="1070"/>
                  <a:pt x="0" y="1059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0" name=""/>
          <p:cNvSpPr txBox="1"/>
          <p:nvPr/>
        </p:nvSpPr>
        <p:spPr>
          <a:xfrm>
            <a:off x="533520" y="5419800"/>
            <a:ext cx="8283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空行は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1" name=""/>
          <p:cNvSpPr txBox="1"/>
          <p:nvPr/>
        </p:nvSpPr>
        <p:spPr>
          <a:xfrm>
            <a:off x="1456200" y="5463360"/>
            <a:ext cx="492840" cy="320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11111"/>
                </a:solidFill>
                <a:latin typeface="NotoSansJP"/>
                <a:ea typeface="NotoSansJP"/>
              </a:rPr>
              <a:t>&lt;br&gt;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2" name=""/>
          <p:cNvSpPr txBox="1"/>
          <p:nvPr/>
        </p:nvSpPr>
        <p:spPr>
          <a:xfrm>
            <a:off x="2046600" y="5419800"/>
            <a:ext cx="38624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を使えば入れる事ができます。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3" name=""/>
          <p:cNvSpPr/>
          <p:nvPr/>
        </p:nvSpPr>
        <p:spPr>
          <a:xfrm>
            <a:off x="533160" y="561960"/>
            <a:ext cx="267120" cy="57240"/>
          </a:xfrm>
          <a:custGeom>
            <a:avLst/>
            <a:gdLst/>
            <a:ahLst/>
            <a:rect l="0" t="0" r="r" b="b"/>
            <a:pathLst>
              <a:path w="742" h="159">
                <a:moveTo>
                  <a:pt x="0" y="106"/>
                </a:moveTo>
                <a:lnTo>
                  <a:pt x="0" y="52"/>
                </a:lnTo>
                <a:cubicBezTo>
                  <a:pt x="0" y="45"/>
                  <a:pt x="2" y="39"/>
                  <a:pt x="4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6" y="6"/>
                  <a:pt x="33" y="4"/>
                </a:cubicBezTo>
                <a:cubicBezTo>
                  <a:pt x="39" y="1"/>
                  <a:pt x="46" y="0"/>
                  <a:pt x="53" y="0"/>
                </a:cubicBezTo>
                <a:lnTo>
                  <a:pt x="689" y="0"/>
                </a:lnTo>
                <a:cubicBezTo>
                  <a:pt x="696" y="0"/>
                  <a:pt x="703" y="1"/>
                  <a:pt x="709" y="4"/>
                </a:cubicBezTo>
                <a:cubicBezTo>
                  <a:pt x="716" y="6"/>
                  <a:pt x="722" y="10"/>
                  <a:pt x="727" y="15"/>
                </a:cubicBezTo>
                <a:cubicBezTo>
                  <a:pt x="731" y="20"/>
                  <a:pt x="735" y="26"/>
                  <a:pt x="738" y="32"/>
                </a:cubicBezTo>
                <a:cubicBezTo>
                  <a:pt x="741" y="39"/>
                  <a:pt x="742" y="45"/>
                  <a:pt x="742" y="52"/>
                </a:cubicBezTo>
                <a:lnTo>
                  <a:pt x="742" y="106"/>
                </a:lnTo>
                <a:cubicBezTo>
                  <a:pt x="742" y="113"/>
                  <a:pt x="741" y="120"/>
                  <a:pt x="738" y="127"/>
                </a:cubicBezTo>
                <a:cubicBezTo>
                  <a:pt x="735" y="133"/>
                  <a:pt x="731" y="139"/>
                  <a:pt x="727" y="144"/>
                </a:cubicBezTo>
                <a:cubicBezTo>
                  <a:pt x="722" y="149"/>
                  <a:pt x="716" y="153"/>
                  <a:pt x="709" y="155"/>
                </a:cubicBezTo>
                <a:cubicBezTo>
                  <a:pt x="703" y="158"/>
                  <a:pt x="696" y="159"/>
                  <a:pt x="689" y="159"/>
                </a:cubicBezTo>
                <a:lnTo>
                  <a:pt x="53" y="159"/>
                </a:lnTo>
                <a:cubicBezTo>
                  <a:pt x="46" y="159"/>
                  <a:pt x="39" y="158"/>
                  <a:pt x="33" y="155"/>
                </a:cubicBezTo>
                <a:cubicBezTo>
                  <a:pt x="26" y="153"/>
                  <a:pt x="21" y="149"/>
                  <a:pt x="16" y="144"/>
                </a:cubicBezTo>
                <a:cubicBezTo>
                  <a:pt x="11" y="139"/>
                  <a:pt x="7" y="133"/>
                  <a:pt x="4" y="127"/>
                </a:cubicBezTo>
                <a:cubicBezTo>
                  <a:pt x="2" y="120"/>
                  <a:pt x="0" y="113"/>
                  <a:pt x="0" y="106"/>
                </a:cubicBez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4" name=""/>
          <p:cNvSpPr txBox="1"/>
          <p:nvPr/>
        </p:nvSpPr>
        <p:spPr>
          <a:xfrm>
            <a:off x="914400" y="392400"/>
            <a:ext cx="1987920" cy="36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文字装飾サンプル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5" name=""/>
          <p:cNvSpPr txBox="1"/>
          <p:nvPr/>
        </p:nvSpPr>
        <p:spPr>
          <a:xfrm>
            <a:off x="11946600" y="6436800"/>
            <a:ext cx="304560" cy="41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111111"/>
                </a:solidFill>
                <a:latin typeface="NotoSansJP"/>
                <a:ea typeface="NotoSansJP"/>
              </a:rPr>
              <a:t>6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9" name=""/>
          <p:cNvSpPr/>
          <p:nvPr/>
        </p:nvSpPr>
        <p:spPr>
          <a:xfrm>
            <a:off x="228240" y="228240"/>
            <a:ext cx="11735280" cy="6401160"/>
          </a:xfrm>
          <a:custGeom>
            <a:avLst/>
            <a:gdLst/>
            <a:ahLst/>
            <a:rect l="0" t="0" r="r" b="b"/>
            <a:pathLst>
              <a:path w="32598" h="17781">
                <a:moveTo>
                  <a:pt x="530" y="0"/>
                </a:moveTo>
                <a:lnTo>
                  <a:pt x="32069" y="0"/>
                </a:lnTo>
                <a:cubicBezTo>
                  <a:pt x="32104" y="0"/>
                  <a:pt x="32138" y="4"/>
                  <a:pt x="32172" y="11"/>
                </a:cubicBezTo>
                <a:cubicBezTo>
                  <a:pt x="32206" y="17"/>
                  <a:pt x="32239" y="27"/>
                  <a:pt x="32271" y="41"/>
                </a:cubicBezTo>
                <a:cubicBezTo>
                  <a:pt x="32304" y="54"/>
                  <a:pt x="32334" y="70"/>
                  <a:pt x="32363" y="90"/>
                </a:cubicBezTo>
                <a:cubicBezTo>
                  <a:pt x="32392" y="109"/>
                  <a:pt x="32419" y="131"/>
                  <a:pt x="32443" y="155"/>
                </a:cubicBezTo>
                <a:cubicBezTo>
                  <a:pt x="32468" y="180"/>
                  <a:pt x="32490" y="207"/>
                  <a:pt x="32509" y="236"/>
                </a:cubicBezTo>
                <a:cubicBezTo>
                  <a:pt x="32528" y="265"/>
                  <a:pt x="32545" y="295"/>
                  <a:pt x="32558" y="327"/>
                </a:cubicBezTo>
                <a:cubicBezTo>
                  <a:pt x="32571" y="359"/>
                  <a:pt x="32581" y="392"/>
                  <a:pt x="32588" y="426"/>
                </a:cubicBezTo>
                <a:cubicBezTo>
                  <a:pt x="32595" y="461"/>
                  <a:pt x="32598" y="495"/>
                  <a:pt x="32598" y="530"/>
                </a:cubicBezTo>
                <a:lnTo>
                  <a:pt x="32598" y="17252"/>
                </a:lnTo>
                <a:cubicBezTo>
                  <a:pt x="32598" y="17287"/>
                  <a:pt x="32595" y="17321"/>
                  <a:pt x="32588" y="17356"/>
                </a:cubicBezTo>
                <a:cubicBezTo>
                  <a:pt x="32581" y="17390"/>
                  <a:pt x="32571" y="17423"/>
                  <a:pt x="32558" y="17455"/>
                </a:cubicBezTo>
                <a:cubicBezTo>
                  <a:pt x="32545" y="17487"/>
                  <a:pt x="32528" y="17517"/>
                  <a:pt x="32509" y="17546"/>
                </a:cubicBezTo>
                <a:cubicBezTo>
                  <a:pt x="32490" y="17575"/>
                  <a:pt x="32468" y="17602"/>
                  <a:pt x="32443" y="17627"/>
                </a:cubicBezTo>
                <a:cubicBezTo>
                  <a:pt x="32419" y="17651"/>
                  <a:pt x="32392" y="17673"/>
                  <a:pt x="32363" y="17692"/>
                </a:cubicBezTo>
                <a:cubicBezTo>
                  <a:pt x="32334" y="17712"/>
                  <a:pt x="32304" y="17728"/>
                  <a:pt x="32271" y="17741"/>
                </a:cubicBezTo>
                <a:cubicBezTo>
                  <a:pt x="32239" y="17755"/>
                  <a:pt x="32206" y="17765"/>
                  <a:pt x="32172" y="17771"/>
                </a:cubicBezTo>
                <a:cubicBezTo>
                  <a:pt x="32138" y="17778"/>
                  <a:pt x="32104" y="17781"/>
                  <a:pt x="32069" y="17781"/>
                </a:cubicBezTo>
                <a:lnTo>
                  <a:pt x="530" y="17781"/>
                </a:lnTo>
                <a:cubicBezTo>
                  <a:pt x="495" y="17781"/>
                  <a:pt x="461" y="17778"/>
                  <a:pt x="426" y="17771"/>
                </a:cubicBezTo>
                <a:cubicBezTo>
                  <a:pt x="392" y="17765"/>
                  <a:pt x="359" y="17755"/>
                  <a:pt x="327" y="17741"/>
                </a:cubicBezTo>
                <a:cubicBezTo>
                  <a:pt x="295" y="17728"/>
                  <a:pt x="265" y="17712"/>
                  <a:pt x="236" y="17692"/>
                </a:cubicBezTo>
                <a:cubicBezTo>
                  <a:pt x="207" y="17673"/>
                  <a:pt x="180" y="17651"/>
                  <a:pt x="155" y="17627"/>
                </a:cubicBezTo>
                <a:cubicBezTo>
                  <a:pt x="131" y="17602"/>
                  <a:pt x="109" y="17575"/>
                  <a:pt x="90" y="17546"/>
                </a:cubicBezTo>
                <a:cubicBezTo>
                  <a:pt x="70" y="17517"/>
                  <a:pt x="54" y="17487"/>
                  <a:pt x="41" y="17455"/>
                </a:cubicBezTo>
                <a:cubicBezTo>
                  <a:pt x="27" y="17423"/>
                  <a:pt x="17" y="17390"/>
                  <a:pt x="11" y="17356"/>
                </a:cubicBezTo>
                <a:cubicBezTo>
                  <a:pt x="4" y="17321"/>
                  <a:pt x="0" y="17287"/>
                  <a:pt x="0" y="17252"/>
                </a:cubicBezTo>
                <a:lnTo>
                  <a:pt x="0" y="530"/>
                </a:lnTo>
                <a:cubicBezTo>
                  <a:pt x="0" y="495"/>
                  <a:pt x="4" y="461"/>
                  <a:pt x="11" y="426"/>
                </a:cubicBezTo>
                <a:cubicBezTo>
                  <a:pt x="17" y="392"/>
                  <a:pt x="27" y="359"/>
                  <a:pt x="41" y="327"/>
                </a:cubicBezTo>
                <a:cubicBezTo>
                  <a:pt x="54" y="295"/>
                  <a:pt x="70" y="265"/>
                  <a:pt x="90" y="236"/>
                </a:cubicBezTo>
                <a:cubicBezTo>
                  <a:pt x="109" y="207"/>
                  <a:pt x="131" y="180"/>
                  <a:pt x="155" y="155"/>
                </a:cubicBezTo>
                <a:cubicBezTo>
                  <a:pt x="180" y="131"/>
                  <a:pt x="207" y="109"/>
                  <a:pt x="236" y="90"/>
                </a:cubicBezTo>
                <a:cubicBezTo>
                  <a:pt x="265" y="70"/>
                  <a:pt x="295" y="54"/>
                  <a:pt x="327" y="41"/>
                </a:cubicBezTo>
                <a:cubicBezTo>
                  <a:pt x="359" y="27"/>
                  <a:pt x="392" y="17"/>
                  <a:pt x="426" y="11"/>
                </a:cubicBezTo>
                <a:cubicBezTo>
                  <a:pt x="461" y="4"/>
                  <a:pt x="495" y="0"/>
                  <a:pt x="53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80" name="" descr=""/>
          <p:cNvPicPr/>
          <p:nvPr/>
        </p:nvPicPr>
        <p:blipFill>
          <a:blip r:embed="rId1"/>
          <a:stretch/>
        </p:blipFill>
        <p:spPr>
          <a:xfrm>
            <a:off x="10515600" y="38160"/>
            <a:ext cx="1142640" cy="1142640"/>
          </a:xfrm>
          <a:prstGeom prst="rect">
            <a:avLst/>
          </a:prstGeom>
          <a:ln w="0">
            <a:noFill/>
          </a:ln>
        </p:spPr>
      </p:pic>
      <p:sp>
        <p:nvSpPr>
          <p:cNvPr id="81" name=""/>
          <p:cNvSpPr txBox="1"/>
          <p:nvPr/>
        </p:nvSpPr>
        <p:spPr>
          <a:xfrm>
            <a:off x="533520" y="923760"/>
            <a:ext cx="119916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1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行数式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: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2" name=""/>
          <p:cNvSpPr txBox="1"/>
          <p:nvPr/>
        </p:nvSpPr>
        <p:spPr>
          <a:xfrm>
            <a:off x="5489280" y="1395360"/>
            <a:ext cx="98964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630" spc="-1" strike="noStrike">
                <a:solidFill>
                  <a:srgbClr val="111111"/>
                </a:solidFill>
                <a:latin typeface="NotoSansJP"/>
                <a:ea typeface="NotoSansJP"/>
              </a:rPr>
              <a:t>E = mc</a:t>
            </a:r>
            <a:endParaRPr b="0" lang="en-US" sz="26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" name=""/>
          <p:cNvSpPr txBox="1"/>
          <p:nvPr/>
        </p:nvSpPr>
        <p:spPr>
          <a:xfrm>
            <a:off x="6556320" y="1369080"/>
            <a:ext cx="233640" cy="318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40" spc="-1" strike="noStrike">
                <a:solidFill>
                  <a:srgbClr val="111111"/>
                </a:solidFill>
                <a:latin typeface="NotoSansJP"/>
                <a:ea typeface="NotoSansJP"/>
              </a:rPr>
              <a:t>2</a:t>
            </a:r>
            <a:endParaRPr b="0" lang="en-US" sz="184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" name=""/>
          <p:cNvSpPr txBox="1"/>
          <p:nvPr/>
        </p:nvSpPr>
        <p:spPr>
          <a:xfrm>
            <a:off x="533520" y="1962000"/>
            <a:ext cx="365580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文章中の数式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: 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運動方程式は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" name=""/>
          <p:cNvSpPr txBox="1"/>
          <p:nvPr/>
        </p:nvSpPr>
        <p:spPr>
          <a:xfrm>
            <a:off x="5148000" y="1962000"/>
            <a:ext cx="12430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 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で表せる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6" name=""/>
          <p:cNvSpPr txBox="1"/>
          <p:nvPr/>
        </p:nvSpPr>
        <p:spPr>
          <a:xfrm>
            <a:off x="533520" y="2886120"/>
            <a:ext cx="5522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補足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7" name=""/>
          <p:cNvSpPr txBox="1"/>
          <p:nvPr/>
        </p:nvSpPr>
        <p:spPr>
          <a:xfrm>
            <a:off x="533520" y="3295800"/>
            <a:ext cx="877932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HTML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ブロック内に数式を書くと数式表示が効かないことがあります。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8" name=""/>
          <p:cNvSpPr txBox="1"/>
          <p:nvPr/>
        </p:nvSpPr>
        <p:spPr>
          <a:xfrm>
            <a:off x="533520" y="3714840"/>
            <a:ext cx="1105884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HTML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内に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Markdown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（数式や箇条書き）を書く場合は、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HTML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タグ間に空行を入れると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9" name=""/>
          <p:cNvSpPr txBox="1"/>
          <p:nvPr/>
        </p:nvSpPr>
        <p:spPr>
          <a:xfrm>
            <a:off x="533520" y="4124160"/>
            <a:ext cx="27590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反映されやすいです。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0" name=""/>
          <p:cNvSpPr/>
          <p:nvPr/>
        </p:nvSpPr>
        <p:spPr>
          <a:xfrm>
            <a:off x="5752800" y="4514760"/>
            <a:ext cx="4248720" cy="438480"/>
          </a:xfrm>
          <a:custGeom>
            <a:avLst/>
            <a:gdLst/>
            <a:ahLst/>
            <a:rect l="0" t="0" r="r" b="b"/>
            <a:pathLst>
              <a:path w="11802" h="1218">
                <a:moveTo>
                  <a:pt x="0" y="1059"/>
                </a:moveTo>
                <a:lnTo>
                  <a:pt x="0" y="158"/>
                </a:lnTo>
                <a:cubicBezTo>
                  <a:pt x="0" y="148"/>
                  <a:pt x="1" y="138"/>
                  <a:pt x="3" y="128"/>
                </a:cubicBezTo>
                <a:cubicBezTo>
                  <a:pt x="5" y="117"/>
                  <a:pt x="8" y="107"/>
                  <a:pt x="12" y="98"/>
                </a:cubicBezTo>
                <a:cubicBezTo>
                  <a:pt x="16" y="88"/>
                  <a:pt x="21" y="79"/>
                  <a:pt x="27" y="70"/>
                </a:cubicBezTo>
                <a:cubicBezTo>
                  <a:pt x="33" y="62"/>
                  <a:pt x="39" y="54"/>
                  <a:pt x="47" y="46"/>
                </a:cubicBezTo>
                <a:cubicBezTo>
                  <a:pt x="54" y="39"/>
                  <a:pt x="62" y="32"/>
                  <a:pt x="71" y="27"/>
                </a:cubicBezTo>
                <a:cubicBezTo>
                  <a:pt x="80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11643" y="0"/>
                </a:lnTo>
                <a:cubicBezTo>
                  <a:pt x="11653" y="0"/>
                  <a:pt x="11664" y="1"/>
                  <a:pt x="11674" y="3"/>
                </a:cubicBezTo>
                <a:cubicBezTo>
                  <a:pt x="11684" y="5"/>
                  <a:pt x="11694" y="8"/>
                  <a:pt x="11704" y="12"/>
                </a:cubicBezTo>
                <a:cubicBezTo>
                  <a:pt x="11713" y="16"/>
                  <a:pt x="11723" y="21"/>
                  <a:pt x="11731" y="27"/>
                </a:cubicBezTo>
                <a:cubicBezTo>
                  <a:pt x="11740" y="32"/>
                  <a:pt x="11748" y="39"/>
                  <a:pt x="11755" y="46"/>
                </a:cubicBezTo>
                <a:cubicBezTo>
                  <a:pt x="11763" y="54"/>
                  <a:pt x="11769" y="62"/>
                  <a:pt x="11775" y="70"/>
                </a:cubicBezTo>
                <a:cubicBezTo>
                  <a:pt x="11781" y="79"/>
                  <a:pt x="11786" y="88"/>
                  <a:pt x="11790" y="98"/>
                </a:cubicBezTo>
                <a:cubicBezTo>
                  <a:pt x="11794" y="107"/>
                  <a:pt x="11797" y="117"/>
                  <a:pt x="11799" y="128"/>
                </a:cubicBezTo>
                <a:cubicBezTo>
                  <a:pt x="11801" y="138"/>
                  <a:pt x="11802" y="148"/>
                  <a:pt x="11802" y="158"/>
                </a:cubicBezTo>
                <a:lnTo>
                  <a:pt x="11802" y="1059"/>
                </a:lnTo>
                <a:cubicBezTo>
                  <a:pt x="11802" y="1070"/>
                  <a:pt x="11801" y="1080"/>
                  <a:pt x="11799" y="1090"/>
                </a:cubicBezTo>
                <a:cubicBezTo>
                  <a:pt x="11797" y="1100"/>
                  <a:pt x="11794" y="1110"/>
                  <a:pt x="11790" y="1120"/>
                </a:cubicBezTo>
                <a:cubicBezTo>
                  <a:pt x="11786" y="1129"/>
                  <a:pt x="11781" y="1139"/>
                  <a:pt x="11775" y="1147"/>
                </a:cubicBezTo>
                <a:cubicBezTo>
                  <a:pt x="11769" y="1156"/>
                  <a:pt x="11763" y="1164"/>
                  <a:pt x="11755" y="1171"/>
                </a:cubicBezTo>
                <a:cubicBezTo>
                  <a:pt x="11748" y="1179"/>
                  <a:pt x="11740" y="1185"/>
                  <a:pt x="11731" y="1191"/>
                </a:cubicBezTo>
                <a:cubicBezTo>
                  <a:pt x="11723" y="1197"/>
                  <a:pt x="11713" y="1202"/>
                  <a:pt x="11704" y="1206"/>
                </a:cubicBezTo>
                <a:cubicBezTo>
                  <a:pt x="11694" y="1210"/>
                  <a:pt x="11684" y="1213"/>
                  <a:pt x="11674" y="1215"/>
                </a:cubicBezTo>
                <a:cubicBezTo>
                  <a:pt x="11664" y="1217"/>
                  <a:pt x="11653" y="1218"/>
                  <a:pt x="11643" y="1218"/>
                </a:cubicBezTo>
                <a:lnTo>
                  <a:pt x="159" y="1218"/>
                </a:lnTo>
                <a:cubicBezTo>
                  <a:pt x="149" y="1218"/>
                  <a:pt x="138" y="1217"/>
                  <a:pt x="128" y="1215"/>
                </a:cubicBezTo>
                <a:cubicBezTo>
                  <a:pt x="118" y="1213"/>
                  <a:pt x="108" y="1210"/>
                  <a:pt x="98" y="1206"/>
                </a:cubicBezTo>
                <a:cubicBezTo>
                  <a:pt x="89" y="1202"/>
                  <a:pt x="80" y="1197"/>
                  <a:pt x="71" y="1191"/>
                </a:cubicBezTo>
                <a:cubicBezTo>
                  <a:pt x="62" y="1185"/>
                  <a:pt x="54" y="1179"/>
                  <a:pt x="47" y="1171"/>
                </a:cubicBezTo>
                <a:cubicBezTo>
                  <a:pt x="39" y="1164"/>
                  <a:pt x="33" y="1156"/>
                  <a:pt x="27" y="1147"/>
                </a:cubicBezTo>
                <a:cubicBezTo>
                  <a:pt x="21" y="1139"/>
                  <a:pt x="16" y="1129"/>
                  <a:pt x="12" y="1120"/>
                </a:cubicBezTo>
                <a:cubicBezTo>
                  <a:pt x="8" y="1110"/>
                  <a:pt x="5" y="1100"/>
                  <a:pt x="3" y="1090"/>
                </a:cubicBezTo>
                <a:cubicBezTo>
                  <a:pt x="1" y="1080"/>
                  <a:pt x="0" y="1070"/>
                  <a:pt x="0" y="1059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1" name=""/>
          <p:cNvSpPr txBox="1"/>
          <p:nvPr/>
        </p:nvSpPr>
        <p:spPr>
          <a:xfrm>
            <a:off x="533520" y="4543560"/>
            <a:ext cx="525276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HTML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内に数式を含む場合は可能であれば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2" name=""/>
          <p:cNvSpPr txBox="1"/>
          <p:nvPr/>
        </p:nvSpPr>
        <p:spPr>
          <a:xfrm>
            <a:off x="5847120" y="4587120"/>
            <a:ext cx="3858120" cy="320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11111"/>
                </a:solidFill>
                <a:latin typeface="NotoSansJP"/>
                <a:ea typeface="NotoSansJP"/>
              </a:rPr>
              <a:t>&lt;!-- class: content-gray show-page --&gt;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3" name=""/>
          <p:cNvSpPr txBox="1"/>
          <p:nvPr/>
        </p:nvSpPr>
        <p:spPr>
          <a:xfrm>
            <a:off x="10000440" y="4543560"/>
            <a:ext cx="12430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 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のように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4" name=""/>
          <p:cNvSpPr txBox="1"/>
          <p:nvPr/>
        </p:nvSpPr>
        <p:spPr>
          <a:xfrm>
            <a:off x="533520" y="4952880"/>
            <a:ext cx="710352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class 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指定で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HTML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ブロックを切り替える方が安全です。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5" name=""/>
          <p:cNvSpPr txBox="1"/>
          <p:nvPr/>
        </p:nvSpPr>
        <p:spPr>
          <a:xfrm>
            <a:off x="533520" y="5371920"/>
            <a:ext cx="808380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(2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段組みのように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class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指定では実現できないものもあります。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6" name=""/>
          <p:cNvSpPr/>
          <p:nvPr/>
        </p:nvSpPr>
        <p:spPr>
          <a:xfrm>
            <a:off x="533160" y="561960"/>
            <a:ext cx="267120" cy="57240"/>
          </a:xfrm>
          <a:custGeom>
            <a:avLst/>
            <a:gdLst/>
            <a:ahLst/>
            <a:rect l="0" t="0" r="r" b="b"/>
            <a:pathLst>
              <a:path w="742" h="159">
                <a:moveTo>
                  <a:pt x="0" y="106"/>
                </a:moveTo>
                <a:lnTo>
                  <a:pt x="0" y="52"/>
                </a:lnTo>
                <a:cubicBezTo>
                  <a:pt x="0" y="45"/>
                  <a:pt x="2" y="39"/>
                  <a:pt x="4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6" y="6"/>
                  <a:pt x="33" y="4"/>
                </a:cubicBezTo>
                <a:cubicBezTo>
                  <a:pt x="39" y="1"/>
                  <a:pt x="46" y="0"/>
                  <a:pt x="53" y="0"/>
                </a:cubicBezTo>
                <a:lnTo>
                  <a:pt x="689" y="0"/>
                </a:lnTo>
                <a:cubicBezTo>
                  <a:pt x="696" y="0"/>
                  <a:pt x="703" y="1"/>
                  <a:pt x="709" y="4"/>
                </a:cubicBezTo>
                <a:cubicBezTo>
                  <a:pt x="716" y="6"/>
                  <a:pt x="722" y="10"/>
                  <a:pt x="727" y="15"/>
                </a:cubicBezTo>
                <a:cubicBezTo>
                  <a:pt x="731" y="20"/>
                  <a:pt x="735" y="26"/>
                  <a:pt x="738" y="32"/>
                </a:cubicBezTo>
                <a:cubicBezTo>
                  <a:pt x="741" y="39"/>
                  <a:pt x="742" y="45"/>
                  <a:pt x="742" y="52"/>
                </a:cubicBezTo>
                <a:lnTo>
                  <a:pt x="742" y="106"/>
                </a:lnTo>
                <a:cubicBezTo>
                  <a:pt x="742" y="113"/>
                  <a:pt x="741" y="120"/>
                  <a:pt x="738" y="127"/>
                </a:cubicBezTo>
                <a:cubicBezTo>
                  <a:pt x="735" y="133"/>
                  <a:pt x="731" y="139"/>
                  <a:pt x="727" y="144"/>
                </a:cubicBezTo>
                <a:cubicBezTo>
                  <a:pt x="722" y="149"/>
                  <a:pt x="716" y="153"/>
                  <a:pt x="709" y="155"/>
                </a:cubicBezTo>
                <a:cubicBezTo>
                  <a:pt x="703" y="158"/>
                  <a:pt x="696" y="159"/>
                  <a:pt x="689" y="159"/>
                </a:cubicBezTo>
                <a:lnTo>
                  <a:pt x="53" y="159"/>
                </a:lnTo>
                <a:cubicBezTo>
                  <a:pt x="46" y="159"/>
                  <a:pt x="39" y="158"/>
                  <a:pt x="33" y="155"/>
                </a:cubicBezTo>
                <a:cubicBezTo>
                  <a:pt x="26" y="153"/>
                  <a:pt x="21" y="149"/>
                  <a:pt x="16" y="144"/>
                </a:cubicBezTo>
                <a:cubicBezTo>
                  <a:pt x="11" y="139"/>
                  <a:pt x="7" y="133"/>
                  <a:pt x="4" y="127"/>
                </a:cubicBezTo>
                <a:cubicBezTo>
                  <a:pt x="2" y="120"/>
                  <a:pt x="0" y="113"/>
                  <a:pt x="0" y="106"/>
                </a:cubicBez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7" name=""/>
          <p:cNvSpPr txBox="1"/>
          <p:nvPr/>
        </p:nvSpPr>
        <p:spPr>
          <a:xfrm>
            <a:off x="914400" y="392400"/>
            <a:ext cx="1491120" cy="36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数式サンプル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8" name=""/>
          <p:cNvSpPr txBox="1"/>
          <p:nvPr/>
        </p:nvSpPr>
        <p:spPr>
          <a:xfrm>
            <a:off x="4048560" y="1900080"/>
            <a:ext cx="98208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630" spc="-1" strike="noStrike">
                <a:solidFill>
                  <a:srgbClr val="111111"/>
                </a:solidFill>
                <a:latin typeface="NotoSansJP"/>
                <a:ea typeface="NotoSansJP"/>
              </a:rPr>
              <a:t>F = ma</a:t>
            </a:r>
            <a:endParaRPr b="0" lang="en-US" sz="26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9" name=""/>
          <p:cNvSpPr txBox="1"/>
          <p:nvPr/>
        </p:nvSpPr>
        <p:spPr>
          <a:xfrm>
            <a:off x="11946600" y="6436800"/>
            <a:ext cx="304560" cy="41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111111"/>
                </a:solidFill>
                <a:latin typeface="NotoSansJP"/>
                <a:ea typeface="NotoSansJP"/>
              </a:rPr>
              <a:t>7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3" name=""/>
          <p:cNvSpPr/>
          <p:nvPr/>
        </p:nvSpPr>
        <p:spPr>
          <a:xfrm>
            <a:off x="228240" y="228240"/>
            <a:ext cx="11735280" cy="6401160"/>
          </a:xfrm>
          <a:custGeom>
            <a:avLst/>
            <a:gdLst/>
            <a:ahLst/>
            <a:rect l="0" t="0" r="r" b="b"/>
            <a:pathLst>
              <a:path w="32598" h="17781">
                <a:moveTo>
                  <a:pt x="530" y="0"/>
                </a:moveTo>
                <a:lnTo>
                  <a:pt x="32069" y="0"/>
                </a:lnTo>
                <a:cubicBezTo>
                  <a:pt x="32104" y="0"/>
                  <a:pt x="32138" y="4"/>
                  <a:pt x="32172" y="11"/>
                </a:cubicBezTo>
                <a:cubicBezTo>
                  <a:pt x="32206" y="17"/>
                  <a:pt x="32239" y="27"/>
                  <a:pt x="32271" y="41"/>
                </a:cubicBezTo>
                <a:cubicBezTo>
                  <a:pt x="32304" y="54"/>
                  <a:pt x="32334" y="70"/>
                  <a:pt x="32363" y="90"/>
                </a:cubicBezTo>
                <a:cubicBezTo>
                  <a:pt x="32392" y="109"/>
                  <a:pt x="32419" y="131"/>
                  <a:pt x="32443" y="155"/>
                </a:cubicBezTo>
                <a:cubicBezTo>
                  <a:pt x="32468" y="180"/>
                  <a:pt x="32490" y="207"/>
                  <a:pt x="32509" y="236"/>
                </a:cubicBezTo>
                <a:cubicBezTo>
                  <a:pt x="32528" y="265"/>
                  <a:pt x="32545" y="295"/>
                  <a:pt x="32558" y="327"/>
                </a:cubicBezTo>
                <a:cubicBezTo>
                  <a:pt x="32571" y="359"/>
                  <a:pt x="32581" y="392"/>
                  <a:pt x="32588" y="426"/>
                </a:cubicBezTo>
                <a:cubicBezTo>
                  <a:pt x="32595" y="461"/>
                  <a:pt x="32598" y="495"/>
                  <a:pt x="32598" y="530"/>
                </a:cubicBezTo>
                <a:lnTo>
                  <a:pt x="32598" y="17252"/>
                </a:lnTo>
                <a:cubicBezTo>
                  <a:pt x="32598" y="17287"/>
                  <a:pt x="32595" y="17321"/>
                  <a:pt x="32588" y="17356"/>
                </a:cubicBezTo>
                <a:cubicBezTo>
                  <a:pt x="32581" y="17390"/>
                  <a:pt x="32571" y="17423"/>
                  <a:pt x="32558" y="17455"/>
                </a:cubicBezTo>
                <a:cubicBezTo>
                  <a:pt x="32545" y="17487"/>
                  <a:pt x="32528" y="17517"/>
                  <a:pt x="32509" y="17546"/>
                </a:cubicBezTo>
                <a:cubicBezTo>
                  <a:pt x="32490" y="17575"/>
                  <a:pt x="32468" y="17602"/>
                  <a:pt x="32443" y="17627"/>
                </a:cubicBezTo>
                <a:cubicBezTo>
                  <a:pt x="32419" y="17651"/>
                  <a:pt x="32392" y="17673"/>
                  <a:pt x="32363" y="17692"/>
                </a:cubicBezTo>
                <a:cubicBezTo>
                  <a:pt x="32334" y="17712"/>
                  <a:pt x="32304" y="17728"/>
                  <a:pt x="32271" y="17741"/>
                </a:cubicBezTo>
                <a:cubicBezTo>
                  <a:pt x="32239" y="17755"/>
                  <a:pt x="32206" y="17765"/>
                  <a:pt x="32172" y="17771"/>
                </a:cubicBezTo>
                <a:cubicBezTo>
                  <a:pt x="32138" y="17778"/>
                  <a:pt x="32104" y="17781"/>
                  <a:pt x="32069" y="17781"/>
                </a:cubicBezTo>
                <a:lnTo>
                  <a:pt x="530" y="17781"/>
                </a:lnTo>
                <a:cubicBezTo>
                  <a:pt x="495" y="17781"/>
                  <a:pt x="461" y="17778"/>
                  <a:pt x="426" y="17771"/>
                </a:cubicBezTo>
                <a:cubicBezTo>
                  <a:pt x="392" y="17765"/>
                  <a:pt x="359" y="17755"/>
                  <a:pt x="327" y="17741"/>
                </a:cubicBezTo>
                <a:cubicBezTo>
                  <a:pt x="295" y="17728"/>
                  <a:pt x="265" y="17712"/>
                  <a:pt x="236" y="17692"/>
                </a:cubicBezTo>
                <a:cubicBezTo>
                  <a:pt x="207" y="17673"/>
                  <a:pt x="180" y="17651"/>
                  <a:pt x="155" y="17627"/>
                </a:cubicBezTo>
                <a:cubicBezTo>
                  <a:pt x="131" y="17602"/>
                  <a:pt x="109" y="17575"/>
                  <a:pt x="90" y="17546"/>
                </a:cubicBezTo>
                <a:cubicBezTo>
                  <a:pt x="70" y="17517"/>
                  <a:pt x="54" y="17487"/>
                  <a:pt x="41" y="17455"/>
                </a:cubicBezTo>
                <a:cubicBezTo>
                  <a:pt x="27" y="17423"/>
                  <a:pt x="17" y="17390"/>
                  <a:pt x="11" y="17356"/>
                </a:cubicBezTo>
                <a:cubicBezTo>
                  <a:pt x="4" y="17321"/>
                  <a:pt x="0" y="17287"/>
                  <a:pt x="0" y="17252"/>
                </a:cubicBezTo>
                <a:lnTo>
                  <a:pt x="0" y="530"/>
                </a:lnTo>
                <a:cubicBezTo>
                  <a:pt x="0" y="495"/>
                  <a:pt x="4" y="461"/>
                  <a:pt x="11" y="426"/>
                </a:cubicBezTo>
                <a:cubicBezTo>
                  <a:pt x="17" y="392"/>
                  <a:pt x="27" y="359"/>
                  <a:pt x="41" y="327"/>
                </a:cubicBezTo>
                <a:cubicBezTo>
                  <a:pt x="54" y="295"/>
                  <a:pt x="70" y="265"/>
                  <a:pt x="90" y="236"/>
                </a:cubicBezTo>
                <a:cubicBezTo>
                  <a:pt x="109" y="207"/>
                  <a:pt x="131" y="180"/>
                  <a:pt x="155" y="155"/>
                </a:cubicBezTo>
                <a:cubicBezTo>
                  <a:pt x="180" y="131"/>
                  <a:pt x="207" y="109"/>
                  <a:pt x="236" y="90"/>
                </a:cubicBezTo>
                <a:cubicBezTo>
                  <a:pt x="265" y="70"/>
                  <a:pt x="295" y="54"/>
                  <a:pt x="327" y="41"/>
                </a:cubicBezTo>
                <a:cubicBezTo>
                  <a:pt x="359" y="27"/>
                  <a:pt x="392" y="17"/>
                  <a:pt x="426" y="11"/>
                </a:cubicBezTo>
                <a:cubicBezTo>
                  <a:pt x="461" y="4"/>
                  <a:pt x="495" y="0"/>
                  <a:pt x="53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104" name="" descr=""/>
          <p:cNvPicPr/>
          <p:nvPr/>
        </p:nvPicPr>
        <p:blipFill>
          <a:blip r:embed="rId1"/>
          <a:stretch/>
        </p:blipFill>
        <p:spPr>
          <a:xfrm>
            <a:off x="10515600" y="38160"/>
            <a:ext cx="1142640" cy="1142640"/>
          </a:xfrm>
          <a:prstGeom prst="rect">
            <a:avLst/>
          </a:prstGeom>
          <a:ln w="0">
            <a:noFill/>
          </a:ln>
        </p:spPr>
      </p:pic>
      <p:sp>
        <p:nvSpPr>
          <p:cNvPr id="105" name=""/>
          <p:cNvSpPr/>
          <p:nvPr/>
        </p:nvSpPr>
        <p:spPr>
          <a:xfrm>
            <a:off x="809280" y="158112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6"/>
                  <a:pt x="292" y="165"/>
                  <a:pt x="290" y="174"/>
                </a:cubicBezTo>
                <a:cubicBezTo>
                  <a:pt x="288" y="184"/>
                  <a:pt x="285" y="193"/>
                  <a:pt x="281" y="202"/>
                </a:cubicBezTo>
                <a:cubicBezTo>
                  <a:pt x="278" y="211"/>
                  <a:pt x="273" y="219"/>
                  <a:pt x="268" y="227"/>
                </a:cubicBezTo>
                <a:cubicBezTo>
                  <a:pt x="263" y="235"/>
                  <a:pt x="257" y="242"/>
                  <a:pt x="250" y="249"/>
                </a:cubicBezTo>
                <a:cubicBezTo>
                  <a:pt x="243" y="256"/>
                  <a:pt x="236" y="262"/>
                  <a:pt x="228" y="267"/>
                </a:cubicBezTo>
                <a:cubicBezTo>
                  <a:pt x="219" y="272"/>
                  <a:pt x="210" y="277"/>
                  <a:pt x="202" y="281"/>
                </a:cubicBezTo>
                <a:cubicBezTo>
                  <a:pt x="193" y="284"/>
                  <a:pt x="184" y="287"/>
                  <a:pt x="174" y="289"/>
                </a:cubicBezTo>
                <a:cubicBezTo>
                  <a:pt x="165" y="291"/>
                  <a:pt x="156" y="292"/>
                  <a:pt x="146" y="292"/>
                </a:cubicBezTo>
                <a:cubicBezTo>
                  <a:pt x="136" y="292"/>
                  <a:pt x="127" y="291"/>
                  <a:pt x="118" y="289"/>
                </a:cubicBezTo>
                <a:cubicBezTo>
                  <a:pt x="108" y="287"/>
                  <a:pt x="99" y="284"/>
                  <a:pt x="90" y="281"/>
                </a:cubicBezTo>
                <a:cubicBezTo>
                  <a:pt x="81" y="277"/>
                  <a:pt x="73" y="272"/>
                  <a:pt x="65" y="267"/>
                </a:cubicBezTo>
                <a:cubicBezTo>
                  <a:pt x="57" y="262"/>
                  <a:pt x="50" y="256"/>
                  <a:pt x="43" y="249"/>
                </a:cubicBezTo>
                <a:cubicBezTo>
                  <a:pt x="36" y="242"/>
                  <a:pt x="30" y="235"/>
                  <a:pt x="25" y="227"/>
                </a:cubicBezTo>
                <a:cubicBezTo>
                  <a:pt x="20" y="219"/>
                  <a:pt x="15" y="211"/>
                  <a:pt x="12" y="202"/>
                </a:cubicBezTo>
                <a:cubicBezTo>
                  <a:pt x="8" y="193"/>
                  <a:pt x="5" y="184"/>
                  <a:pt x="3" y="174"/>
                </a:cubicBezTo>
                <a:cubicBezTo>
                  <a:pt x="1" y="165"/>
                  <a:pt x="0" y="156"/>
                  <a:pt x="0" y="146"/>
                </a:cubicBezTo>
                <a:cubicBezTo>
                  <a:pt x="0" y="137"/>
                  <a:pt x="1" y="127"/>
                  <a:pt x="3" y="117"/>
                </a:cubicBezTo>
                <a:cubicBezTo>
                  <a:pt x="5" y="107"/>
                  <a:pt x="8" y="98"/>
                  <a:pt x="12" y="89"/>
                </a:cubicBezTo>
                <a:cubicBezTo>
                  <a:pt x="15" y="81"/>
                  <a:pt x="20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50" y="35"/>
                  <a:pt x="57" y="29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8" y="2"/>
                </a:cubicBezTo>
                <a:cubicBezTo>
                  <a:pt x="127" y="1"/>
                  <a:pt x="136" y="0"/>
                  <a:pt x="146" y="0"/>
                </a:cubicBezTo>
                <a:cubicBezTo>
                  <a:pt x="156" y="0"/>
                  <a:pt x="165" y="1"/>
                  <a:pt x="174" y="2"/>
                </a:cubicBezTo>
                <a:cubicBezTo>
                  <a:pt x="184" y="4"/>
                  <a:pt x="193" y="7"/>
                  <a:pt x="202" y="11"/>
                </a:cubicBezTo>
                <a:cubicBezTo>
                  <a:pt x="210" y="14"/>
                  <a:pt x="219" y="19"/>
                  <a:pt x="228" y="24"/>
                </a:cubicBezTo>
                <a:cubicBezTo>
                  <a:pt x="236" y="29"/>
                  <a:pt x="243" y="35"/>
                  <a:pt x="250" y="42"/>
                </a:cubicBezTo>
                <a:cubicBezTo>
                  <a:pt x="257" y="49"/>
                  <a:pt x="263" y="56"/>
                  <a:pt x="268" y="64"/>
                </a:cubicBezTo>
                <a:cubicBezTo>
                  <a:pt x="273" y="72"/>
                  <a:pt x="278" y="81"/>
                  <a:pt x="281" y="89"/>
                </a:cubicBezTo>
                <a:cubicBezTo>
                  <a:pt x="285" y="98"/>
                  <a:pt x="288" y="107"/>
                  <a:pt x="290" y="117"/>
                </a:cubicBezTo>
                <a:cubicBezTo>
                  <a:pt x="292" y="127"/>
                  <a:pt x="292" y="137"/>
                  <a:pt x="292" y="146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6" name=""/>
          <p:cNvSpPr txBox="1"/>
          <p:nvPr/>
        </p:nvSpPr>
        <p:spPr>
          <a:xfrm>
            <a:off x="533520" y="923760"/>
            <a:ext cx="19317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左カラムの内容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7" name=""/>
          <p:cNvSpPr/>
          <p:nvPr/>
        </p:nvSpPr>
        <p:spPr>
          <a:xfrm>
            <a:off x="809280" y="206676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5"/>
                </a:moveTo>
                <a:cubicBezTo>
                  <a:pt x="292" y="155"/>
                  <a:pt x="292" y="164"/>
                  <a:pt x="290" y="174"/>
                </a:cubicBezTo>
                <a:cubicBezTo>
                  <a:pt x="288" y="183"/>
                  <a:pt x="285" y="192"/>
                  <a:pt x="281" y="201"/>
                </a:cubicBezTo>
                <a:cubicBezTo>
                  <a:pt x="278" y="210"/>
                  <a:pt x="273" y="218"/>
                  <a:pt x="268" y="227"/>
                </a:cubicBezTo>
                <a:cubicBezTo>
                  <a:pt x="263" y="235"/>
                  <a:pt x="257" y="243"/>
                  <a:pt x="250" y="249"/>
                </a:cubicBezTo>
                <a:cubicBezTo>
                  <a:pt x="243" y="256"/>
                  <a:pt x="236" y="262"/>
                  <a:pt x="228" y="267"/>
                </a:cubicBezTo>
                <a:cubicBezTo>
                  <a:pt x="219" y="273"/>
                  <a:pt x="210" y="277"/>
                  <a:pt x="202" y="281"/>
                </a:cubicBezTo>
                <a:cubicBezTo>
                  <a:pt x="193" y="285"/>
                  <a:pt x="184" y="287"/>
                  <a:pt x="174" y="289"/>
                </a:cubicBezTo>
                <a:cubicBezTo>
                  <a:pt x="165" y="291"/>
                  <a:pt x="156" y="292"/>
                  <a:pt x="146" y="292"/>
                </a:cubicBezTo>
                <a:cubicBezTo>
                  <a:pt x="136" y="292"/>
                  <a:pt x="127" y="291"/>
                  <a:pt x="118" y="289"/>
                </a:cubicBezTo>
                <a:cubicBezTo>
                  <a:pt x="108" y="287"/>
                  <a:pt x="99" y="285"/>
                  <a:pt x="90" y="281"/>
                </a:cubicBezTo>
                <a:cubicBezTo>
                  <a:pt x="81" y="277"/>
                  <a:pt x="73" y="273"/>
                  <a:pt x="65" y="267"/>
                </a:cubicBezTo>
                <a:cubicBezTo>
                  <a:pt x="57" y="262"/>
                  <a:pt x="50" y="256"/>
                  <a:pt x="43" y="249"/>
                </a:cubicBezTo>
                <a:cubicBezTo>
                  <a:pt x="36" y="243"/>
                  <a:pt x="30" y="235"/>
                  <a:pt x="25" y="227"/>
                </a:cubicBezTo>
                <a:cubicBezTo>
                  <a:pt x="20" y="218"/>
                  <a:pt x="15" y="210"/>
                  <a:pt x="12" y="201"/>
                </a:cubicBezTo>
                <a:cubicBezTo>
                  <a:pt x="8" y="192"/>
                  <a:pt x="5" y="183"/>
                  <a:pt x="3" y="174"/>
                </a:cubicBezTo>
                <a:cubicBezTo>
                  <a:pt x="1" y="164"/>
                  <a:pt x="0" y="155"/>
                  <a:pt x="0" y="145"/>
                </a:cubicBez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8" y="99"/>
                  <a:pt x="12" y="90"/>
                </a:cubicBezTo>
                <a:cubicBezTo>
                  <a:pt x="15" y="81"/>
                  <a:pt x="20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50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cubicBezTo>
                  <a:pt x="156" y="0"/>
                  <a:pt x="165" y="1"/>
                  <a:pt x="174" y="3"/>
                </a:cubicBezTo>
                <a:cubicBezTo>
                  <a:pt x="184" y="5"/>
                  <a:pt x="193" y="7"/>
                  <a:pt x="202" y="11"/>
                </a:cubicBezTo>
                <a:cubicBezTo>
                  <a:pt x="210" y="15"/>
                  <a:pt x="219" y="19"/>
                  <a:pt x="228" y="24"/>
                </a:cubicBezTo>
                <a:cubicBezTo>
                  <a:pt x="236" y="30"/>
                  <a:pt x="243" y="36"/>
                  <a:pt x="250" y="43"/>
                </a:cubicBezTo>
                <a:cubicBezTo>
                  <a:pt x="257" y="49"/>
                  <a:pt x="263" y="57"/>
                  <a:pt x="268" y="65"/>
                </a:cubicBezTo>
                <a:cubicBezTo>
                  <a:pt x="273" y="73"/>
                  <a:pt x="278" y="81"/>
                  <a:pt x="281" y="90"/>
                </a:cubicBezTo>
                <a:cubicBezTo>
                  <a:pt x="285" y="99"/>
                  <a:pt x="288" y="108"/>
                  <a:pt x="290" y="117"/>
                </a:cubicBezTo>
                <a:cubicBezTo>
                  <a:pt x="292" y="126"/>
                  <a:pt x="292" y="136"/>
                  <a:pt x="292" y="145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8" name=""/>
          <p:cNvSpPr txBox="1"/>
          <p:nvPr/>
        </p:nvSpPr>
        <p:spPr>
          <a:xfrm>
            <a:off x="1085760" y="1438200"/>
            <a:ext cx="134208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ポイント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A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9" name=""/>
          <p:cNvSpPr txBox="1"/>
          <p:nvPr/>
        </p:nvSpPr>
        <p:spPr>
          <a:xfrm>
            <a:off x="1085760" y="1924200"/>
            <a:ext cx="135144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ポイント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B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0" name=""/>
          <p:cNvSpPr/>
          <p:nvPr/>
        </p:nvSpPr>
        <p:spPr>
          <a:xfrm>
            <a:off x="6505560" y="158112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6"/>
                  <a:pt x="291" y="165"/>
                  <a:pt x="289" y="174"/>
                </a:cubicBezTo>
                <a:cubicBezTo>
                  <a:pt x="287" y="184"/>
                  <a:pt x="284" y="193"/>
                  <a:pt x="281" y="202"/>
                </a:cubicBezTo>
                <a:cubicBezTo>
                  <a:pt x="277" y="211"/>
                  <a:pt x="272" y="219"/>
                  <a:pt x="267" y="227"/>
                </a:cubicBezTo>
                <a:cubicBezTo>
                  <a:pt x="262" y="235"/>
                  <a:pt x="256" y="242"/>
                  <a:pt x="249" y="249"/>
                </a:cubicBezTo>
                <a:cubicBezTo>
                  <a:pt x="242" y="256"/>
                  <a:pt x="235" y="262"/>
                  <a:pt x="227" y="267"/>
                </a:cubicBezTo>
                <a:cubicBezTo>
                  <a:pt x="219" y="272"/>
                  <a:pt x="211" y="277"/>
                  <a:pt x="202" y="281"/>
                </a:cubicBezTo>
                <a:cubicBezTo>
                  <a:pt x="193" y="284"/>
                  <a:pt x="184" y="287"/>
                  <a:pt x="174" y="289"/>
                </a:cubicBezTo>
                <a:cubicBezTo>
                  <a:pt x="165" y="291"/>
                  <a:pt x="156" y="292"/>
                  <a:pt x="146" y="292"/>
                </a:cubicBezTo>
                <a:cubicBezTo>
                  <a:pt x="137" y="292"/>
                  <a:pt x="127" y="291"/>
                  <a:pt x="118" y="289"/>
                </a:cubicBezTo>
                <a:cubicBezTo>
                  <a:pt x="107" y="287"/>
                  <a:pt x="98" y="284"/>
                  <a:pt x="89" y="281"/>
                </a:cubicBezTo>
                <a:cubicBezTo>
                  <a:pt x="81" y="277"/>
                  <a:pt x="72" y="272"/>
                  <a:pt x="64" y="267"/>
                </a:cubicBezTo>
                <a:cubicBezTo>
                  <a:pt x="56" y="262"/>
                  <a:pt x="49" y="256"/>
                  <a:pt x="42" y="249"/>
                </a:cubicBezTo>
                <a:cubicBezTo>
                  <a:pt x="35" y="242"/>
                  <a:pt x="29" y="235"/>
                  <a:pt x="24" y="227"/>
                </a:cubicBezTo>
                <a:cubicBezTo>
                  <a:pt x="19" y="219"/>
                  <a:pt x="14" y="211"/>
                  <a:pt x="11" y="202"/>
                </a:cubicBezTo>
                <a:cubicBezTo>
                  <a:pt x="7" y="193"/>
                  <a:pt x="4" y="184"/>
                  <a:pt x="2" y="174"/>
                </a:cubicBezTo>
                <a:cubicBezTo>
                  <a:pt x="0" y="165"/>
                  <a:pt x="0" y="156"/>
                  <a:pt x="0" y="146"/>
                </a:cubicBezTo>
                <a:cubicBezTo>
                  <a:pt x="0" y="137"/>
                  <a:pt x="0" y="127"/>
                  <a:pt x="2" y="117"/>
                </a:cubicBezTo>
                <a:cubicBezTo>
                  <a:pt x="4" y="107"/>
                  <a:pt x="7" y="98"/>
                  <a:pt x="11" y="89"/>
                </a:cubicBezTo>
                <a:cubicBezTo>
                  <a:pt x="14" y="81"/>
                  <a:pt x="19" y="72"/>
                  <a:pt x="24" y="64"/>
                </a:cubicBezTo>
                <a:cubicBezTo>
                  <a:pt x="29" y="56"/>
                  <a:pt x="35" y="49"/>
                  <a:pt x="42" y="42"/>
                </a:cubicBezTo>
                <a:cubicBezTo>
                  <a:pt x="49" y="35"/>
                  <a:pt x="56" y="29"/>
                  <a:pt x="64" y="24"/>
                </a:cubicBezTo>
                <a:cubicBezTo>
                  <a:pt x="72" y="19"/>
                  <a:pt x="81" y="14"/>
                  <a:pt x="89" y="11"/>
                </a:cubicBezTo>
                <a:cubicBezTo>
                  <a:pt x="98" y="7"/>
                  <a:pt x="107" y="4"/>
                  <a:pt x="118" y="2"/>
                </a:cubicBezTo>
                <a:cubicBezTo>
                  <a:pt x="127" y="1"/>
                  <a:pt x="137" y="0"/>
                  <a:pt x="146" y="0"/>
                </a:cubicBezTo>
                <a:cubicBezTo>
                  <a:pt x="156" y="0"/>
                  <a:pt x="165" y="1"/>
                  <a:pt x="174" y="2"/>
                </a:cubicBezTo>
                <a:cubicBezTo>
                  <a:pt x="184" y="4"/>
                  <a:pt x="193" y="7"/>
                  <a:pt x="202" y="11"/>
                </a:cubicBezTo>
                <a:cubicBezTo>
                  <a:pt x="211" y="14"/>
                  <a:pt x="219" y="19"/>
                  <a:pt x="227" y="24"/>
                </a:cubicBezTo>
                <a:cubicBezTo>
                  <a:pt x="235" y="29"/>
                  <a:pt x="242" y="35"/>
                  <a:pt x="249" y="42"/>
                </a:cubicBezTo>
                <a:cubicBezTo>
                  <a:pt x="256" y="49"/>
                  <a:pt x="262" y="56"/>
                  <a:pt x="267" y="64"/>
                </a:cubicBezTo>
                <a:cubicBezTo>
                  <a:pt x="272" y="72"/>
                  <a:pt x="277" y="81"/>
                  <a:pt x="281" y="89"/>
                </a:cubicBezTo>
                <a:cubicBezTo>
                  <a:pt x="284" y="98"/>
                  <a:pt x="287" y="107"/>
                  <a:pt x="289" y="117"/>
                </a:cubicBezTo>
                <a:cubicBezTo>
                  <a:pt x="291" y="127"/>
                  <a:pt x="292" y="137"/>
                  <a:pt x="292" y="146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1" name=""/>
          <p:cNvSpPr txBox="1"/>
          <p:nvPr/>
        </p:nvSpPr>
        <p:spPr>
          <a:xfrm>
            <a:off x="6229440" y="923760"/>
            <a:ext cx="19317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右カラムの内容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2" name=""/>
          <p:cNvSpPr/>
          <p:nvPr/>
        </p:nvSpPr>
        <p:spPr>
          <a:xfrm>
            <a:off x="6505560" y="206676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5"/>
                </a:moveTo>
                <a:cubicBezTo>
                  <a:pt x="292" y="155"/>
                  <a:pt x="291" y="164"/>
                  <a:pt x="289" y="174"/>
                </a:cubicBezTo>
                <a:cubicBezTo>
                  <a:pt x="287" y="183"/>
                  <a:pt x="284" y="192"/>
                  <a:pt x="281" y="201"/>
                </a:cubicBezTo>
                <a:cubicBezTo>
                  <a:pt x="277" y="210"/>
                  <a:pt x="272" y="218"/>
                  <a:pt x="267" y="227"/>
                </a:cubicBezTo>
                <a:cubicBezTo>
                  <a:pt x="262" y="235"/>
                  <a:pt x="256" y="243"/>
                  <a:pt x="249" y="249"/>
                </a:cubicBezTo>
                <a:cubicBezTo>
                  <a:pt x="242" y="256"/>
                  <a:pt x="235" y="262"/>
                  <a:pt x="227" y="267"/>
                </a:cubicBezTo>
                <a:cubicBezTo>
                  <a:pt x="219" y="273"/>
                  <a:pt x="211" y="277"/>
                  <a:pt x="202" y="281"/>
                </a:cubicBezTo>
                <a:cubicBezTo>
                  <a:pt x="193" y="285"/>
                  <a:pt x="184" y="287"/>
                  <a:pt x="174" y="289"/>
                </a:cubicBezTo>
                <a:cubicBezTo>
                  <a:pt x="165" y="291"/>
                  <a:pt x="156" y="292"/>
                  <a:pt x="146" y="292"/>
                </a:cubicBezTo>
                <a:cubicBezTo>
                  <a:pt x="137" y="292"/>
                  <a:pt x="127" y="291"/>
                  <a:pt x="118" y="289"/>
                </a:cubicBezTo>
                <a:cubicBezTo>
                  <a:pt x="107" y="287"/>
                  <a:pt x="98" y="285"/>
                  <a:pt x="89" y="281"/>
                </a:cubicBezTo>
                <a:cubicBezTo>
                  <a:pt x="81" y="277"/>
                  <a:pt x="72" y="273"/>
                  <a:pt x="64" y="267"/>
                </a:cubicBezTo>
                <a:cubicBezTo>
                  <a:pt x="56" y="262"/>
                  <a:pt x="49" y="256"/>
                  <a:pt x="42" y="249"/>
                </a:cubicBezTo>
                <a:cubicBezTo>
                  <a:pt x="35" y="243"/>
                  <a:pt x="29" y="235"/>
                  <a:pt x="24" y="227"/>
                </a:cubicBezTo>
                <a:cubicBezTo>
                  <a:pt x="19" y="218"/>
                  <a:pt x="14" y="210"/>
                  <a:pt x="11" y="201"/>
                </a:cubicBezTo>
                <a:cubicBezTo>
                  <a:pt x="7" y="192"/>
                  <a:pt x="4" y="183"/>
                  <a:pt x="2" y="174"/>
                </a:cubicBezTo>
                <a:cubicBezTo>
                  <a:pt x="0" y="164"/>
                  <a:pt x="0" y="155"/>
                  <a:pt x="0" y="145"/>
                </a:cubicBezTo>
                <a:cubicBezTo>
                  <a:pt x="0" y="136"/>
                  <a:pt x="0" y="126"/>
                  <a:pt x="2" y="117"/>
                </a:cubicBezTo>
                <a:cubicBezTo>
                  <a:pt x="4" y="108"/>
                  <a:pt x="7" y="99"/>
                  <a:pt x="11" y="90"/>
                </a:cubicBezTo>
                <a:cubicBezTo>
                  <a:pt x="14" y="81"/>
                  <a:pt x="19" y="73"/>
                  <a:pt x="24" y="65"/>
                </a:cubicBezTo>
                <a:cubicBezTo>
                  <a:pt x="29" y="57"/>
                  <a:pt x="35" y="49"/>
                  <a:pt x="42" y="43"/>
                </a:cubicBezTo>
                <a:cubicBezTo>
                  <a:pt x="49" y="36"/>
                  <a:pt x="56" y="30"/>
                  <a:pt x="64" y="24"/>
                </a:cubicBezTo>
                <a:cubicBezTo>
                  <a:pt x="72" y="19"/>
                  <a:pt x="81" y="15"/>
                  <a:pt x="89" y="11"/>
                </a:cubicBezTo>
                <a:cubicBezTo>
                  <a:pt x="98" y="7"/>
                  <a:pt x="107" y="5"/>
                  <a:pt x="118" y="3"/>
                </a:cubicBezTo>
                <a:cubicBezTo>
                  <a:pt x="127" y="1"/>
                  <a:pt x="137" y="0"/>
                  <a:pt x="146" y="0"/>
                </a:cubicBezTo>
                <a:cubicBezTo>
                  <a:pt x="156" y="0"/>
                  <a:pt x="165" y="1"/>
                  <a:pt x="174" y="3"/>
                </a:cubicBezTo>
                <a:cubicBezTo>
                  <a:pt x="184" y="5"/>
                  <a:pt x="193" y="7"/>
                  <a:pt x="202" y="11"/>
                </a:cubicBezTo>
                <a:cubicBezTo>
                  <a:pt x="211" y="15"/>
                  <a:pt x="219" y="19"/>
                  <a:pt x="227" y="24"/>
                </a:cubicBezTo>
                <a:cubicBezTo>
                  <a:pt x="235" y="30"/>
                  <a:pt x="242" y="36"/>
                  <a:pt x="249" y="43"/>
                </a:cubicBezTo>
                <a:cubicBezTo>
                  <a:pt x="256" y="49"/>
                  <a:pt x="262" y="57"/>
                  <a:pt x="267" y="65"/>
                </a:cubicBezTo>
                <a:cubicBezTo>
                  <a:pt x="272" y="73"/>
                  <a:pt x="277" y="81"/>
                  <a:pt x="281" y="90"/>
                </a:cubicBezTo>
                <a:cubicBezTo>
                  <a:pt x="284" y="99"/>
                  <a:pt x="287" y="108"/>
                  <a:pt x="289" y="117"/>
                </a:cubicBezTo>
                <a:cubicBezTo>
                  <a:pt x="291" y="126"/>
                  <a:pt x="292" y="136"/>
                  <a:pt x="292" y="145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3" name=""/>
          <p:cNvSpPr txBox="1"/>
          <p:nvPr/>
        </p:nvSpPr>
        <p:spPr>
          <a:xfrm>
            <a:off x="6781680" y="1438200"/>
            <a:ext cx="135288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ポイント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C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4" name=""/>
          <p:cNvSpPr txBox="1"/>
          <p:nvPr/>
        </p:nvSpPr>
        <p:spPr>
          <a:xfrm>
            <a:off x="6781680" y="1924200"/>
            <a:ext cx="137412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ポイント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D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5" name=""/>
          <p:cNvSpPr/>
          <p:nvPr/>
        </p:nvSpPr>
        <p:spPr>
          <a:xfrm>
            <a:off x="533160" y="561960"/>
            <a:ext cx="267120" cy="57240"/>
          </a:xfrm>
          <a:custGeom>
            <a:avLst/>
            <a:gdLst/>
            <a:ahLst/>
            <a:rect l="0" t="0" r="r" b="b"/>
            <a:pathLst>
              <a:path w="742" h="159">
                <a:moveTo>
                  <a:pt x="0" y="106"/>
                </a:moveTo>
                <a:lnTo>
                  <a:pt x="0" y="52"/>
                </a:lnTo>
                <a:cubicBezTo>
                  <a:pt x="0" y="45"/>
                  <a:pt x="2" y="39"/>
                  <a:pt x="4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6" y="6"/>
                  <a:pt x="33" y="4"/>
                </a:cubicBezTo>
                <a:cubicBezTo>
                  <a:pt x="39" y="1"/>
                  <a:pt x="46" y="0"/>
                  <a:pt x="53" y="0"/>
                </a:cubicBezTo>
                <a:lnTo>
                  <a:pt x="689" y="0"/>
                </a:lnTo>
                <a:cubicBezTo>
                  <a:pt x="696" y="0"/>
                  <a:pt x="703" y="1"/>
                  <a:pt x="709" y="4"/>
                </a:cubicBezTo>
                <a:cubicBezTo>
                  <a:pt x="716" y="6"/>
                  <a:pt x="722" y="10"/>
                  <a:pt x="727" y="15"/>
                </a:cubicBezTo>
                <a:cubicBezTo>
                  <a:pt x="731" y="20"/>
                  <a:pt x="735" y="26"/>
                  <a:pt x="738" y="32"/>
                </a:cubicBezTo>
                <a:cubicBezTo>
                  <a:pt x="741" y="39"/>
                  <a:pt x="742" y="45"/>
                  <a:pt x="742" y="52"/>
                </a:cubicBezTo>
                <a:lnTo>
                  <a:pt x="742" y="106"/>
                </a:lnTo>
                <a:cubicBezTo>
                  <a:pt x="742" y="113"/>
                  <a:pt x="741" y="120"/>
                  <a:pt x="738" y="127"/>
                </a:cubicBezTo>
                <a:cubicBezTo>
                  <a:pt x="735" y="133"/>
                  <a:pt x="731" y="139"/>
                  <a:pt x="727" y="144"/>
                </a:cubicBezTo>
                <a:cubicBezTo>
                  <a:pt x="722" y="149"/>
                  <a:pt x="716" y="153"/>
                  <a:pt x="709" y="155"/>
                </a:cubicBezTo>
                <a:cubicBezTo>
                  <a:pt x="703" y="158"/>
                  <a:pt x="696" y="159"/>
                  <a:pt x="689" y="159"/>
                </a:cubicBezTo>
                <a:lnTo>
                  <a:pt x="53" y="159"/>
                </a:lnTo>
                <a:cubicBezTo>
                  <a:pt x="46" y="159"/>
                  <a:pt x="39" y="158"/>
                  <a:pt x="33" y="155"/>
                </a:cubicBezTo>
                <a:cubicBezTo>
                  <a:pt x="26" y="153"/>
                  <a:pt x="21" y="149"/>
                  <a:pt x="16" y="144"/>
                </a:cubicBezTo>
                <a:cubicBezTo>
                  <a:pt x="11" y="139"/>
                  <a:pt x="7" y="133"/>
                  <a:pt x="4" y="127"/>
                </a:cubicBezTo>
                <a:cubicBezTo>
                  <a:pt x="2" y="120"/>
                  <a:pt x="0" y="113"/>
                  <a:pt x="0" y="106"/>
                </a:cubicBez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6" name=""/>
          <p:cNvSpPr txBox="1"/>
          <p:nvPr/>
        </p:nvSpPr>
        <p:spPr>
          <a:xfrm>
            <a:off x="914400" y="392400"/>
            <a:ext cx="1947240" cy="361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2</a:t>
            </a:r>
            <a:r>
              <a:rPr b="0" lang="zh-CN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段組みサンプル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7" name=""/>
          <p:cNvSpPr txBox="1"/>
          <p:nvPr/>
        </p:nvSpPr>
        <p:spPr>
          <a:xfrm>
            <a:off x="11946600" y="6436800"/>
            <a:ext cx="304560" cy="41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111111"/>
                </a:solidFill>
                <a:latin typeface="NotoSansJP"/>
                <a:ea typeface="NotoSansJP"/>
              </a:rPr>
              <a:t>8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1" name=""/>
          <p:cNvSpPr/>
          <p:nvPr/>
        </p:nvSpPr>
        <p:spPr>
          <a:xfrm>
            <a:off x="228240" y="228240"/>
            <a:ext cx="11735280" cy="6401160"/>
          </a:xfrm>
          <a:custGeom>
            <a:avLst/>
            <a:gdLst/>
            <a:ahLst/>
            <a:rect l="0" t="0" r="r" b="b"/>
            <a:pathLst>
              <a:path w="32598" h="17781">
                <a:moveTo>
                  <a:pt x="530" y="0"/>
                </a:moveTo>
                <a:lnTo>
                  <a:pt x="32069" y="0"/>
                </a:lnTo>
                <a:cubicBezTo>
                  <a:pt x="32104" y="0"/>
                  <a:pt x="32138" y="4"/>
                  <a:pt x="32172" y="11"/>
                </a:cubicBezTo>
                <a:cubicBezTo>
                  <a:pt x="32206" y="17"/>
                  <a:pt x="32239" y="27"/>
                  <a:pt x="32271" y="41"/>
                </a:cubicBezTo>
                <a:cubicBezTo>
                  <a:pt x="32304" y="54"/>
                  <a:pt x="32334" y="70"/>
                  <a:pt x="32363" y="90"/>
                </a:cubicBezTo>
                <a:cubicBezTo>
                  <a:pt x="32392" y="109"/>
                  <a:pt x="32419" y="131"/>
                  <a:pt x="32443" y="155"/>
                </a:cubicBezTo>
                <a:cubicBezTo>
                  <a:pt x="32468" y="180"/>
                  <a:pt x="32490" y="207"/>
                  <a:pt x="32509" y="236"/>
                </a:cubicBezTo>
                <a:cubicBezTo>
                  <a:pt x="32528" y="265"/>
                  <a:pt x="32545" y="295"/>
                  <a:pt x="32558" y="327"/>
                </a:cubicBezTo>
                <a:cubicBezTo>
                  <a:pt x="32571" y="359"/>
                  <a:pt x="32581" y="392"/>
                  <a:pt x="32588" y="426"/>
                </a:cubicBezTo>
                <a:cubicBezTo>
                  <a:pt x="32595" y="461"/>
                  <a:pt x="32598" y="495"/>
                  <a:pt x="32598" y="530"/>
                </a:cubicBezTo>
                <a:lnTo>
                  <a:pt x="32598" y="17252"/>
                </a:lnTo>
                <a:cubicBezTo>
                  <a:pt x="32598" y="17287"/>
                  <a:pt x="32595" y="17321"/>
                  <a:pt x="32588" y="17356"/>
                </a:cubicBezTo>
                <a:cubicBezTo>
                  <a:pt x="32581" y="17390"/>
                  <a:pt x="32571" y="17423"/>
                  <a:pt x="32558" y="17455"/>
                </a:cubicBezTo>
                <a:cubicBezTo>
                  <a:pt x="32545" y="17487"/>
                  <a:pt x="32528" y="17517"/>
                  <a:pt x="32509" y="17546"/>
                </a:cubicBezTo>
                <a:cubicBezTo>
                  <a:pt x="32490" y="17575"/>
                  <a:pt x="32468" y="17602"/>
                  <a:pt x="32443" y="17627"/>
                </a:cubicBezTo>
                <a:cubicBezTo>
                  <a:pt x="32419" y="17651"/>
                  <a:pt x="32392" y="17673"/>
                  <a:pt x="32363" y="17692"/>
                </a:cubicBezTo>
                <a:cubicBezTo>
                  <a:pt x="32334" y="17712"/>
                  <a:pt x="32304" y="17728"/>
                  <a:pt x="32271" y="17741"/>
                </a:cubicBezTo>
                <a:cubicBezTo>
                  <a:pt x="32239" y="17755"/>
                  <a:pt x="32206" y="17765"/>
                  <a:pt x="32172" y="17771"/>
                </a:cubicBezTo>
                <a:cubicBezTo>
                  <a:pt x="32138" y="17778"/>
                  <a:pt x="32104" y="17781"/>
                  <a:pt x="32069" y="17781"/>
                </a:cubicBezTo>
                <a:lnTo>
                  <a:pt x="530" y="17781"/>
                </a:lnTo>
                <a:cubicBezTo>
                  <a:pt x="495" y="17781"/>
                  <a:pt x="461" y="17778"/>
                  <a:pt x="426" y="17771"/>
                </a:cubicBezTo>
                <a:cubicBezTo>
                  <a:pt x="392" y="17765"/>
                  <a:pt x="359" y="17755"/>
                  <a:pt x="327" y="17741"/>
                </a:cubicBezTo>
                <a:cubicBezTo>
                  <a:pt x="295" y="17728"/>
                  <a:pt x="265" y="17712"/>
                  <a:pt x="236" y="17692"/>
                </a:cubicBezTo>
                <a:cubicBezTo>
                  <a:pt x="207" y="17673"/>
                  <a:pt x="180" y="17651"/>
                  <a:pt x="155" y="17627"/>
                </a:cubicBezTo>
                <a:cubicBezTo>
                  <a:pt x="131" y="17602"/>
                  <a:pt x="109" y="17575"/>
                  <a:pt x="90" y="17546"/>
                </a:cubicBezTo>
                <a:cubicBezTo>
                  <a:pt x="70" y="17517"/>
                  <a:pt x="54" y="17487"/>
                  <a:pt x="41" y="17455"/>
                </a:cubicBezTo>
                <a:cubicBezTo>
                  <a:pt x="27" y="17423"/>
                  <a:pt x="17" y="17390"/>
                  <a:pt x="11" y="17356"/>
                </a:cubicBezTo>
                <a:cubicBezTo>
                  <a:pt x="4" y="17321"/>
                  <a:pt x="0" y="17287"/>
                  <a:pt x="0" y="17252"/>
                </a:cubicBezTo>
                <a:lnTo>
                  <a:pt x="0" y="530"/>
                </a:lnTo>
                <a:cubicBezTo>
                  <a:pt x="0" y="495"/>
                  <a:pt x="4" y="461"/>
                  <a:pt x="11" y="426"/>
                </a:cubicBezTo>
                <a:cubicBezTo>
                  <a:pt x="17" y="392"/>
                  <a:pt x="27" y="359"/>
                  <a:pt x="41" y="327"/>
                </a:cubicBezTo>
                <a:cubicBezTo>
                  <a:pt x="54" y="295"/>
                  <a:pt x="70" y="265"/>
                  <a:pt x="90" y="236"/>
                </a:cubicBezTo>
                <a:cubicBezTo>
                  <a:pt x="109" y="207"/>
                  <a:pt x="131" y="180"/>
                  <a:pt x="155" y="155"/>
                </a:cubicBezTo>
                <a:cubicBezTo>
                  <a:pt x="180" y="131"/>
                  <a:pt x="207" y="109"/>
                  <a:pt x="236" y="90"/>
                </a:cubicBezTo>
                <a:cubicBezTo>
                  <a:pt x="265" y="70"/>
                  <a:pt x="295" y="54"/>
                  <a:pt x="327" y="41"/>
                </a:cubicBezTo>
                <a:cubicBezTo>
                  <a:pt x="359" y="27"/>
                  <a:pt x="392" y="17"/>
                  <a:pt x="426" y="11"/>
                </a:cubicBezTo>
                <a:cubicBezTo>
                  <a:pt x="461" y="4"/>
                  <a:pt x="495" y="0"/>
                  <a:pt x="53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122" name="" descr=""/>
          <p:cNvPicPr/>
          <p:nvPr/>
        </p:nvPicPr>
        <p:blipFill>
          <a:blip r:embed="rId1"/>
          <a:stretch/>
        </p:blipFill>
        <p:spPr>
          <a:xfrm>
            <a:off x="10515600" y="38160"/>
            <a:ext cx="1142640" cy="1142640"/>
          </a:xfrm>
          <a:prstGeom prst="rect">
            <a:avLst/>
          </a:prstGeom>
          <a:ln w="0">
            <a:noFill/>
          </a:ln>
        </p:spPr>
      </p:pic>
      <p:sp>
        <p:nvSpPr>
          <p:cNvPr id="123" name=""/>
          <p:cNvSpPr/>
          <p:nvPr/>
        </p:nvSpPr>
        <p:spPr>
          <a:xfrm>
            <a:off x="809280" y="158112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6"/>
                  <a:pt x="292" y="165"/>
                  <a:pt x="290" y="174"/>
                </a:cubicBezTo>
                <a:cubicBezTo>
                  <a:pt x="288" y="184"/>
                  <a:pt x="285" y="193"/>
                  <a:pt x="281" y="202"/>
                </a:cubicBezTo>
                <a:cubicBezTo>
                  <a:pt x="278" y="211"/>
                  <a:pt x="273" y="219"/>
                  <a:pt x="268" y="227"/>
                </a:cubicBezTo>
                <a:cubicBezTo>
                  <a:pt x="263" y="235"/>
                  <a:pt x="257" y="242"/>
                  <a:pt x="250" y="249"/>
                </a:cubicBezTo>
                <a:cubicBezTo>
                  <a:pt x="243" y="256"/>
                  <a:pt x="236" y="262"/>
                  <a:pt x="228" y="267"/>
                </a:cubicBezTo>
                <a:cubicBezTo>
                  <a:pt x="219" y="272"/>
                  <a:pt x="210" y="277"/>
                  <a:pt x="202" y="281"/>
                </a:cubicBezTo>
                <a:cubicBezTo>
                  <a:pt x="193" y="284"/>
                  <a:pt x="184" y="287"/>
                  <a:pt x="174" y="289"/>
                </a:cubicBezTo>
                <a:cubicBezTo>
                  <a:pt x="165" y="291"/>
                  <a:pt x="156" y="292"/>
                  <a:pt x="146" y="292"/>
                </a:cubicBezTo>
                <a:cubicBezTo>
                  <a:pt x="136" y="292"/>
                  <a:pt x="127" y="291"/>
                  <a:pt x="118" y="289"/>
                </a:cubicBezTo>
                <a:cubicBezTo>
                  <a:pt x="108" y="287"/>
                  <a:pt x="99" y="284"/>
                  <a:pt x="90" y="281"/>
                </a:cubicBezTo>
                <a:cubicBezTo>
                  <a:pt x="81" y="277"/>
                  <a:pt x="73" y="272"/>
                  <a:pt x="65" y="267"/>
                </a:cubicBezTo>
                <a:cubicBezTo>
                  <a:pt x="57" y="262"/>
                  <a:pt x="50" y="256"/>
                  <a:pt x="43" y="249"/>
                </a:cubicBezTo>
                <a:cubicBezTo>
                  <a:pt x="36" y="242"/>
                  <a:pt x="30" y="235"/>
                  <a:pt x="25" y="227"/>
                </a:cubicBezTo>
                <a:cubicBezTo>
                  <a:pt x="20" y="219"/>
                  <a:pt x="15" y="211"/>
                  <a:pt x="12" y="202"/>
                </a:cubicBezTo>
                <a:cubicBezTo>
                  <a:pt x="8" y="193"/>
                  <a:pt x="5" y="184"/>
                  <a:pt x="3" y="174"/>
                </a:cubicBezTo>
                <a:cubicBezTo>
                  <a:pt x="1" y="165"/>
                  <a:pt x="0" y="156"/>
                  <a:pt x="0" y="146"/>
                </a:cubicBezTo>
                <a:cubicBezTo>
                  <a:pt x="0" y="137"/>
                  <a:pt x="1" y="127"/>
                  <a:pt x="3" y="117"/>
                </a:cubicBezTo>
                <a:cubicBezTo>
                  <a:pt x="5" y="107"/>
                  <a:pt x="8" y="98"/>
                  <a:pt x="12" y="89"/>
                </a:cubicBezTo>
                <a:cubicBezTo>
                  <a:pt x="15" y="81"/>
                  <a:pt x="20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50" y="35"/>
                  <a:pt x="57" y="29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8" y="2"/>
                </a:cubicBezTo>
                <a:cubicBezTo>
                  <a:pt x="127" y="1"/>
                  <a:pt x="136" y="0"/>
                  <a:pt x="146" y="0"/>
                </a:cubicBezTo>
                <a:cubicBezTo>
                  <a:pt x="156" y="0"/>
                  <a:pt x="165" y="1"/>
                  <a:pt x="174" y="2"/>
                </a:cubicBezTo>
                <a:cubicBezTo>
                  <a:pt x="184" y="4"/>
                  <a:pt x="193" y="7"/>
                  <a:pt x="202" y="11"/>
                </a:cubicBezTo>
                <a:cubicBezTo>
                  <a:pt x="210" y="14"/>
                  <a:pt x="219" y="19"/>
                  <a:pt x="228" y="24"/>
                </a:cubicBezTo>
                <a:cubicBezTo>
                  <a:pt x="236" y="29"/>
                  <a:pt x="243" y="35"/>
                  <a:pt x="250" y="42"/>
                </a:cubicBezTo>
                <a:cubicBezTo>
                  <a:pt x="257" y="49"/>
                  <a:pt x="263" y="56"/>
                  <a:pt x="268" y="64"/>
                </a:cubicBezTo>
                <a:cubicBezTo>
                  <a:pt x="273" y="72"/>
                  <a:pt x="278" y="81"/>
                  <a:pt x="281" y="89"/>
                </a:cubicBezTo>
                <a:cubicBezTo>
                  <a:pt x="285" y="98"/>
                  <a:pt x="288" y="107"/>
                  <a:pt x="290" y="117"/>
                </a:cubicBezTo>
                <a:cubicBezTo>
                  <a:pt x="292" y="127"/>
                  <a:pt x="292" y="137"/>
                  <a:pt x="292" y="146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4" name=""/>
          <p:cNvSpPr txBox="1"/>
          <p:nvPr/>
        </p:nvSpPr>
        <p:spPr>
          <a:xfrm>
            <a:off x="533520" y="923760"/>
            <a:ext cx="13798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左上カラム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5" name=""/>
          <p:cNvSpPr/>
          <p:nvPr/>
        </p:nvSpPr>
        <p:spPr>
          <a:xfrm>
            <a:off x="809280" y="206676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5"/>
                </a:moveTo>
                <a:cubicBezTo>
                  <a:pt x="292" y="155"/>
                  <a:pt x="292" y="164"/>
                  <a:pt x="290" y="174"/>
                </a:cubicBezTo>
                <a:cubicBezTo>
                  <a:pt x="288" y="183"/>
                  <a:pt x="285" y="192"/>
                  <a:pt x="281" y="201"/>
                </a:cubicBezTo>
                <a:cubicBezTo>
                  <a:pt x="278" y="210"/>
                  <a:pt x="273" y="218"/>
                  <a:pt x="268" y="227"/>
                </a:cubicBezTo>
                <a:cubicBezTo>
                  <a:pt x="263" y="235"/>
                  <a:pt x="257" y="243"/>
                  <a:pt x="250" y="249"/>
                </a:cubicBezTo>
                <a:cubicBezTo>
                  <a:pt x="243" y="256"/>
                  <a:pt x="236" y="262"/>
                  <a:pt x="228" y="267"/>
                </a:cubicBezTo>
                <a:cubicBezTo>
                  <a:pt x="219" y="273"/>
                  <a:pt x="210" y="277"/>
                  <a:pt x="202" y="281"/>
                </a:cubicBezTo>
                <a:cubicBezTo>
                  <a:pt x="193" y="285"/>
                  <a:pt x="184" y="287"/>
                  <a:pt x="174" y="289"/>
                </a:cubicBezTo>
                <a:cubicBezTo>
                  <a:pt x="165" y="291"/>
                  <a:pt x="156" y="292"/>
                  <a:pt x="146" y="292"/>
                </a:cubicBezTo>
                <a:cubicBezTo>
                  <a:pt x="136" y="292"/>
                  <a:pt x="127" y="291"/>
                  <a:pt x="118" y="289"/>
                </a:cubicBezTo>
                <a:cubicBezTo>
                  <a:pt x="108" y="287"/>
                  <a:pt x="99" y="285"/>
                  <a:pt x="90" y="281"/>
                </a:cubicBezTo>
                <a:cubicBezTo>
                  <a:pt x="81" y="277"/>
                  <a:pt x="73" y="273"/>
                  <a:pt x="65" y="267"/>
                </a:cubicBezTo>
                <a:cubicBezTo>
                  <a:pt x="57" y="262"/>
                  <a:pt x="50" y="256"/>
                  <a:pt x="43" y="249"/>
                </a:cubicBezTo>
                <a:cubicBezTo>
                  <a:pt x="36" y="243"/>
                  <a:pt x="30" y="235"/>
                  <a:pt x="25" y="227"/>
                </a:cubicBezTo>
                <a:cubicBezTo>
                  <a:pt x="20" y="218"/>
                  <a:pt x="15" y="210"/>
                  <a:pt x="12" y="201"/>
                </a:cubicBezTo>
                <a:cubicBezTo>
                  <a:pt x="8" y="192"/>
                  <a:pt x="5" y="183"/>
                  <a:pt x="3" y="174"/>
                </a:cubicBezTo>
                <a:cubicBezTo>
                  <a:pt x="1" y="164"/>
                  <a:pt x="0" y="155"/>
                  <a:pt x="0" y="145"/>
                </a:cubicBez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8" y="99"/>
                  <a:pt x="12" y="90"/>
                </a:cubicBezTo>
                <a:cubicBezTo>
                  <a:pt x="15" y="81"/>
                  <a:pt x="20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50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cubicBezTo>
                  <a:pt x="156" y="0"/>
                  <a:pt x="165" y="1"/>
                  <a:pt x="174" y="3"/>
                </a:cubicBezTo>
                <a:cubicBezTo>
                  <a:pt x="184" y="5"/>
                  <a:pt x="193" y="7"/>
                  <a:pt x="202" y="11"/>
                </a:cubicBezTo>
                <a:cubicBezTo>
                  <a:pt x="210" y="15"/>
                  <a:pt x="219" y="19"/>
                  <a:pt x="228" y="24"/>
                </a:cubicBezTo>
                <a:cubicBezTo>
                  <a:pt x="236" y="30"/>
                  <a:pt x="243" y="36"/>
                  <a:pt x="250" y="43"/>
                </a:cubicBezTo>
                <a:cubicBezTo>
                  <a:pt x="257" y="49"/>
                  <a:pt x="263" y="57"/>
                  <a:pt x="268" y="65"/>
                </a:cubicBezTo>
                <a:cubicBezTo>
                  <a:pt x="273" y="73"/>
                  <a:pt x="278" y="81"/>
                  <a:pt x="281" y="90"/>
                </a:cubicBezTo>
                <a:cubicBezTo>
                  <a:pt x="285" y="99"/>
                  <a:pt x="288" y="108"/>
                  <a:pt x="290" y="117"/>
                </a:cubicBezTo>
                <a:cubicBezTo>
                  <a:pt x="292" y="126"/>
                  <a:pt x="292" y="136"/>
                  <a:pt x="292" y="145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6" name=""/>
          <p:cNvSpPr txBox="1"/>
          <p:nvPr/>
        </p:nvSpPr>
        <p:spPr>
          <a:xfrm>
            <a:off x="1085760" y="1438200"/>
            <a:ext cx="134064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ポイント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1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7" name=""/>
          <p:cNvSpPr txBox="1"/>
          <p:nvPr/>
        </p:nvSpPr>
        <p:spPr>
          <a:xfrm>
            <a:off x="1085760" y="1924200"/>
            <a:ext cx="134064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ポイント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2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8" name=""/>
          <p:cNvSpPr/>
          <p:nvPr/>
        </p:nvSpPr>
        <p:spPr>
          <a:xfrm>
            <a:off x="809280" y="314316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6"/>
                  <a:pt x="292" y="165"/>
                  <a:pt x="290" y="175"/>
                </a:cubicBezTo>
                <a:cubicBezTo>
                  <a:pt x="288" y="184"/>
                  <a:pt x="285" y="193"/>
                  <a:pt x="281" y="202"/>
                </a:cubicBezTo>
                <a:cubicBezTo>
                  <a:pt x="278" y="211"/>
                  <a:pt x="273" y="219"/>
                  <a:pt x="268" y="227"/>
                </a:cubicBezTo>
                <a:cubicBezTo>
                  <a:pt x="263" y="235"/>
                  <a:pt x="257" y="242"/>
                  <a:pt x="250" y="249"/>
                </a:cubicBezTo>
                <a:cubicBezTo>
                  <a:pt x="243" y="256"/>
                  <a:pt x="236" y="262"/>
                  <a:pt x="228" y="267"/>
                </a:cubicBezTo>
                <a:cubicBezTo>
                  <a:pt x="219" y="273"/>
                  <a:pt x="210" y="277"/>
                  <a:pt x="202" y="281"/>
                </a:cubicBezTo>
                <a:cubicBezTo>
                  <a:pt x="193" y="284"/>
                  <a:pt x="184" y="287"/>
                  <a:pt x="174" y="289"/>
                </a:cubicBezTo>
                <a:cubicBezTo>
                  <a:pt x="165" y="291"/>
                  <a:pt x="156" y="292"/>
                  <a:pt x="146" y="292"/>
                </a:cubicBezTo>
                <a:cubicBezTo>
                  <a:pt x="136" y="292"/>
                  <a:pt x="127" y="291"/>
                  <a:pt x="118" y="289"/>
                </a:cubicBezTo>
                <a:cubicBezTo>
                  <a:pt x="108" y="287"/>
                  <a:pt x="99" y="284"/>
                  <a:pt x="90" y="281"/>
                </a:cubicBezTo>
                <a:cubicBezTo>
                  <a:pt x="81" y="277"/>
                  <a:pt x="73" y="273"/>
                  <a:pt x="65" y="267"/>
                </a:cubicBezTo>
                <a:cubicBezTo>
                  <a:pt x="57" y="262"/>
                  <a:pt x="50" y="256"/>
                  <a:pt x="43" y="249"/>
                </a:cubicBezTo>
                <a:cubicBezTo>
                  <a:pt x="36" y="242"/>
                  <a:pt x="30" y="235"/>
                  <a:pt x="25" y="227"/>
                </a:cubicBezTo>
                <a:cubicBezTo>
                  <a:pt x="20" y="219"/>
                  <a:pt x="15" y="211"/>
                  <a:pt x="12" y="202"/>
                </a:cubicBezTo>
                <a:cubicBezTo>
                  <a:pt x="8" y="193"/>
                  <a:pt x="5" y="184"/>
                  <a:pt x="3" y="175"/>
                </a:cubicBezTo>
                <a:cubicBezTo>
                  <a:pt x="1" y="165"/>
                  <a:pt x="0" y="156"/>
                  <a:pt x="0" y="146"/>
                </a:cubicBez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8" y="98"/>
                  <a:pt x="12" y="90"/>
                </a:cubicBezTo>
                <a:cubicBezTo>
                  <a:pt x="15" y="81"/>
                  <a:pt x="20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50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8" y="3"/>
                </a:cubicBezTo>
                <a:cubicBezTo>
                  <a:pt x="127" y="1"/>
                  <a:pt x="136" y="0"/>
                  <a:pt x="146" y="0"/>
                </a:cubicBezTo>
                <a:cubicBezTo>
                  <a:pt x="156" y="0"/>
                  <a:pt x="165" y="1"/>
                  <a:pt x="174" y="3"/>
                </a:cubicBezTo>
                <a:cubicBezTo>
                  <a:pt x="184" y="4"/>
                  <a:pt x="193" y="7"/>
                  <a:pt x="202" y="11"/>
                </a:cubicBezTo>
                <a:cubicBezTo>
                  <a:pt x="210" y="14"/>
                  <a:pt x="219" y="19"/>
                  <a:pt x="228" y="24"/>
                </a:cubicBezTo>
                <a:cubicBezTo>
                  <a:pt x="236" y="30"/>
                  <a:pt x="243" y="36"/>
                  <a:pt x="250" y="42"/>
                </a:cubicBezTo>
                <a:cubicBezTo>
                  <a:pt x="257" y="49"/>
                  <a:pt x="263" y="56"/>
                  <a:pt x="268" y="64"/>
                </a:cubicBezTo>
                <a:cubicBezTo>
                  <a:pt x="273" y="72"/>
                  <a:pt x="278" y="81"/>
                  <a:pt x="281" y="90"/>
                </a:cubicBezTo>
                <a:cubicBezTo>
                  <a:pt x="285" y="98"/>
                  <a:pt x="288" y="108"/>
                  <a:pt x="290" y="117"/>
                </a:cubicBezTo>
                <a:cubicBezTo>
                  <a:pt x="292" y="126"/>
                  <a:pt x="292" y="136"/>
                  <a:pt x="292" y="146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9" name=""/>
          <p:cNvSpPr txBox="1"/>
          <p:nvPr/>
        </p:nvSpPr>
        <p:spPr>
          <a:xfrm>
            <a:off x="533520" y="2486160"/>
            <a:ext cx="13798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右上カラム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0" name=""/>
          <p:cNvSpPr/>
          <p:nvPr/>
        </p:nvSpPr>
        <p:spPr>
          <a:xfrm>
            <a:off x="809280" y="361944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5"/>
                </a:moveTo>
                <a:cubicBezTo>
                  <a:pt x="292" y="155"/>
                  <a:pt x="292" y="164"/>
                  <a:pt x="290" y="174"/>
                </a:cubicBezTo>
                <a:cubicBezTo>
                  <a:pt x="288" y="183"/>
                  <a:pt x="285" y="192"/>
                  <a:pt x="281" y="201"/>
                </a:cubicBezTo>
                <a:cubicBezTo>
                  <a:pt x="278" y="210"/>
                  <a:pt x="273" y="218"/>
                  <a:pt x="268" y="226"/>
                </a:cubicBezTo>
                <a:cubicBezTo>
                  <a:pt x="263" y="234"/>
                  <a:pt x="257" y="241"/>
                  <a:pt x="250" y="248"/>
                </a:cubicBezTo>
                <a:cubicBezTo>
                  <a:pt x="243" y="255"/>
                  <a:pt x="236" y="261"/>
                  <a:pt x="228" y="266"/>
                </a:cubicBezTo>
                <a:cubicBezTo>
                  <a:pt x="219" y="271"/>
                  <a:pt x="210" y="276"/>
                  <a:pt x="202" y="281"/>
                </a:cubicBezTo>
                <a:cubicBezTo>
                  <a:pt x="193" y="284"/>
                  <a:pt x="184" y="287"/>
                  <a:pt x="174" y="289"/>
                </a:cubicBezTo>
                <a:cubicBezTo>
                  <a:pt x="165" y="291"/>
                  <a:pt x="156" y="292"/>
                  <a:pt x="146" y="292"/>
                </a:cubicBezTo>
                <a:cubicBezTo>
                  <a:pt x="136" y="292"/>
                  <a:pt x="127" y="291"/>
                  <a:pt x="118" y="289"/>
                </a:cubicBezTo>
                <a:cubicBezTo>
                  <a:pt x="108" y="287"/>
                  <a:pt x="99" y="284"/>
                  <a:pt x="90" y="281"/>
                </a:cubicBezTo>
                <a:cubicBezTo>
                  <a:pt x="81" y="276"/>
                  <a:pt x="73" y="271"/>
                  <a:pt x="65" y="266"/>
                </a:cubicBezTo>
                <a:cubicBezTo>
                  <a:pt x="57" y="261"/>
                  <a:pt x="50" y="255"/>
                  <a:pt x="43" y="248"/>
                </a:cubicBezTo>
                <a:cubicBezTo>
                  <a:pt x="36" y="241"/>
                  <a:pt x="30" y="234"/>
                  <a:pt x="25" y="226"/>
                </a:cubicBezTo>
                <a:cubicBezTo>
                  <a:pt x="20" y="218"/>
                  <a:pt x="15" y="210"/>
                  <a:pt x="12" y="201"/>
                </a:cubicBezTo>
                <a:cubicBezTo>
                  <a:pt x="8" y="192"/>
                  <a:pt x="5" y="183"/>
                  <a:pt x="3" y="174"/>
                </a:cubicBezTo>
                <a:cubicBezTo>
                  <a:pt x="1" y="164"/>
                  <a:pt x="0" y="155"/>
                  <a:pt x="0" y="145"/>
                </a:cubicBez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8" y="98"/>
                  <a:pt x="12" y="89"/>
                </a:cubicBezTo>
                <a:cubicBezTo>
                  <a:pt x="15" y="81"/>
                  <a:pt x="20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50" y="36"/>
                  <a:pt x="57" y="29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8" y="2"/>
                </a:cubicBezTo>
                <a:cubicBezTo>
                  <a:pt x="127" y="1"/>
                  <a:pt x="136" y="0"/>
                  <a:pt x="146" y="0"/>
                </a:cubicBezTo>
                <a:cubicBezTo>
                  <a:pt x="156" y="0"/>
                  <a:pt x="165" y="1"/>
                  <a:pt x="174" y="2"/>
                </a:cubicBezTo>
                <a:cubicBezTo>
                  <a:pt x="184" y="4"/>
                  <a:pt x="193" y="7"/>
                  <a:pt x="202" y="11"/>
                </a:cubicBezTo>
                <a:cubicBezTo>
                  <a:pt x="210" y="14"/>
                  <a:pt x="219" y="19"/>
                  <a:pt x="228" y="24"/>
                </a:cubicBezTo>
                <a:cubicBezTo>
                  <a:pt x="236" y="29"/>
                  <a:pt x="243" y="36"/>
                  <a:pt x="250" y="42"/>
                </a:cubicBezTo>
                <a:cubicBezTo>
                  <a:pt x="257" y="49"/>
                  <a:pt x="263" y="56"/>
                  <a:pt x="268" y="64"/>
                </a:cubicBezTo>
                <a:cubicBezTo>
                  <a:pt x="273" y="72"/>
                  <a:pt x="278" y="81"/>
                  <a:pt x="281" y="89"/>
                </a:cubicBezTo>
                <a:cubicBezTo>
                  <a:pt x="285" y="98"/>
                  <a:pt x="288" y="107"/>
                  <a:pt x="290" y="117"/>
                </a:cubicBezTo>
                <a:cubicBezTo>
                  <a:pt x="292" y="126"/>
                  <a:pt x="292" y="136"/>
                  <a:pt x="292" y="145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1" name=""/>
          <p:cNvSpPr txBox="1"/>
          <p:nvPr/>
        </p:nvSpPr>
        <p:spPr>
          <a:xfrm>
            <a:off x="1085760" y="3000240"/>
            <a:ext cx="134064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ポイント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3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2" name=""/>
          <p:cNvSpPr txBox="1"/>
          <p:nvPr/>
        </p:nvSpPr>
        <p:spPr>
          <a:xfrm>
            <a:off x="1085760" y="3476520"/>
            <a:ext cx="134064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ポイント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4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3" name=""/>
          <p:cNvSpPr txBox="1"/>
          <p:nvPr/>
        </p:nvSpPr>
        <p:spPr>
          <a:xfrm>
            <a:off x="533520" y="4048200"/>
            <a:ext cx="389808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下段の横長エリア（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1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段組み）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4" name=""/>
          <p:cNvSpPr txBox="1"/>
          <p:nvPr/>
        </p:nvSpPr>
        <p:spPr>
          <a:xfrm>
            <a:off x="533520" y="4552920"/>
            <a:ext cx="5522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補足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5" name=""/>
          <p:cNvSpPr txBox="1"/>
          <p:nvPr/>
        </p:nvSpPr>
        <p:spPr>
          <a:xfrm>
            <a:off x="533520" y="4971960"/>
            <a:ext cx="1098612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HTML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コードをいちいち毎回すべて入力するのが大変なので、コードスニペット機能を活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6" name=""/>
          <p:cNvSpPr txBox="1"/>
          <p:nvPr/>
        </p:nvSpPr>
        <p:spPr>
          <a:xfrm>
            <a:off x="533520" y="5381640"/>
            <a:ext cx="33109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用するとよいと思います。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7" name=""/>
          <p:cNvSpPr txBox="1"/>
          <p:nvPr/>
        </p:nvSpPr>
        <p:spPr>
          <a:xfrm>
            <a:off x="533520" y="5896080"/>
            <a:ext cx="846504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VSCode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のコードスニペットはこのテンプレートに含まれています。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8" name=""/>
          <p:cNvSpPr/>
          <p:nvPr/>
        </p:nvSpPr>
        <p:spPr>
          <a:xfrm>
            <a:off x="533160" y="561960"/>
            <a:ext cx="267120" cy="57240"/>
          </a:xfrm>
          <a:custGeom>
            <a:avLst/>
            <a:gdLst/>
            <a:ahLst/>
            <a:rect l="0" t="0" r="r" b="b"/>
            <a:pathLst>
              <a:path w="742" h="159">
                <a:moveTo>
                  <a:pt x="0" y="106"/>
                </a:moveTo>
                <a:lnTo>
                  <a:pt x="0" y="52"/>
                </a:lnTo>
                <a:cubicBezTo>
                  <a:pt x="0" y="45"/>
                  <a:pt x="2" y="39"/>
                  <a:pt x="4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6" y="6"/>
                  <a:pt x="33" y="4"/>
                </a:cubicBezTo>
                <a:cubicBezTo>
                  <a:pt x="39" y="1"/>
                  <a:pt x="46" y="0"/>
                  <a:pt x="53" y="0"/>
                </a:cubicBezTo>
                <a:lnTo>
                  <a:pt x="689" y="0"/>
                </a:lnTo>
                <a:cubicBezTo>
                  <a:pt x="696" y="0"/>
                  <a:pt x="703" y="1"/>
                  <a:pt x="709" y="4"/>
                </a:cubicBezTo>
                <a:cubicBezTo>
                  <a:pt x="716" y="6"/>
                  <a:pt x="722" y="10"/>
                  <a:pt x="727" y="15"/>
                </a:cubicBezTo>
                <a:cubicBezTo>
                  <a:pt x="731" y="20"/>
                  <a:pt x="735" y="26"/>
                  <a:pt x="738" y="32"/>
                </a:cubicBezTo>
                <a:cubicBezTo>
                  <a:pt x="741" y="39"/>
                  <a:pt x="742" y="45"/>
                  <a:pt x="742" y="52"/>
                </a:cubicBezTo>
                <a:lnTo>
                  <a:pt x="742" y="106"/>
                </a:lnTo>
                <a:cubicBezTo>
                  <a:pt x="742" y="113"/>
                  <a:pt x="741" y="120"/>
                  <a:pt x="738" y="127"/>
                </a:cubicBezTo>
                <a:cubicBezTo>
                  <a:pt x="735" y="133"/>
                  <a:pt x="731" y="139"/>
                  <a:pt x="727" y="144"/>
                </a:cubicBezTo>
                <a:cubicBezTo>
                  <a:pt x="722" y="149"/>
                  <a:pt x="716" y="153"/>
                  <a:pt x="709" y="155"/>
                </a:cubicBezTo>
                <a:cubicBezTo>
                  <a:pt x="703" y="158"/>
                  <a:pt x="696" y="159"/>
                  <a:pt x="689" y="159"/>
                </a:cubicBezTo>
                <a:lnTo>
                  <a:pt x="53" y="159"/>
                </a:lnTo>
                <a:cubicBezTo>
                  <a:pt x="46" y="159"/>
                  <a:pt x="39" y="158"/>
                  <a:pt x="33" y="155"/>
                </a:cubicBezTo>
                <a:cubicBezTo>
                  <a:pt x="26" y="153"/>
                  <a:pt x="21" y="149"/>
                  <a:pt x="16" y="144"/>
                </a:cubicBezTo>
                <a:cubicBezTo>
                  <a:pt x="11" y="139"/>
                  <a:pt x="7" y="133"/>
                  <a:pt x="4" y="127"/>
                </a:cubicBezTo>
                <a:cubicBezTo>
                  <a:pt x="2" y="120"/>
                  <a:pt x="0" y="113"/>
                  <a:pt x="0" y="106"/>
                </a:cubicBez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9" name=""/>
          <p:cNvSpPr txBox="1"/>
          <p:nvPr/>
        </p:nvSpPr>
        <p:spPr>
          <a:xfrm>
            <a:off x="914400" y="392400"/>
            <a:ext cx="3193560" cy="361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上</a:t>
            </a:r>
            <a:r>
              <a:rPr b="0" lang="en-US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2</a:t>
            </a:r>
            <a:r>
              <a:rPr b="0" lang="zh-CN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段 </a:t>
            </a:r>
            <a:r>
              <a:rPr b="0" lang="en-US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+ </a:t>
            </a:r>
            <a:r>
              <a:rPr b="0" lang="zh-CN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下</a:t>
            </a:r>
            <a:r>
              <a:rPr b="0" lang="en-US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1</a:t>
            </a:r>
            <a:r>
              <a:rPr b="0" lang="zh-CN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段のサンプル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0" name=""/>
          <p:cNvSpPr txBox="1"/>
          <p:nvPr/>
        </p:nvSpPr>
        <p:spPr>
          <a:xfrm>
            <a:off x="11946600" y="6436800"/>
            <a:ext cx="304560" cy="41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111111"/>
                </a:solidFill>
                <a:latin typeface="NotoSansJP"/>
                <a:ea typeface="NotoSansJP"/>
              </a:rPr>
              <a:t>9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LibreOffice/24.2.7.2$Linux_AARCH64 LibreOffice_project/420$Build-2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