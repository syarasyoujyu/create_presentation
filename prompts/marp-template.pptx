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s/slide1.xml" ContentType="application/vnd.openxmlformats-officedocument.presentationml.slide+xml"/>
  <Override PartName="/ppt/slides/_rels/slide9.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_rels/presentation.xml.rels" ContentType="application/vnd.openxmlformats-package.relationships+xml"/>
  <Override PartName="/ppt/media/image1.png" ContentType="image/png"/>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page3">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master-page3">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59200"/>
            <a:ext cx="10972080" cy="108468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subTitle"/>
          </p:nvPr>
        </p:nvSpPr>
        <p:spPr>
          <a:xfrm>
            <a:off x="609480" y="1520280"/>
            <a:ext cx="10972080" cy="37684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59200"/>
            <a:ext cx="10972080" cy="108468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 name="PlaceHolder 2"/>
          <p:cNvSpPr>
            <a:spLocks noGrp="1"/>
          </p:cNvSpPr>
          <p:nvPr>
            <p:ph type="body"/>
          </p:nvPr>
        </p:nvSpPr>
        <p:spPr>
          <a:xfrm>
            <a:off x="609480" y="1520280"/>
            <a:ext cx="10972080" cy="37684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png"/><Relationship Id="rId3"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6"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7" name=""/>
          <p:cNvSpPr txBox="1"/>
          <p:nvPr/>
        </p:nvSpPr>
        <p:spPr>
          <a:xfrm>
            <a:off x="3956400" y="1808280"/>
            <a:ext cx="1242720" cy="360000"/>
          </a:xfrm>
          <a:prstGeom prst="rect">
            <a:avLst/>
          </a:prstGeom>
          <a:noFill/>
          <a:ln w="0">
            <a:noFill/>
          </a:ln>
        </p:spPr>
        <p:txBody>
          <a:bodyPr wrap="none" lIns="0" rIns="0" tIns="0" bIns="0" anchor="t">
            <a:noAutofit/>
          </a:bodyPr>
          <a:p>
            <a:r>
              <a:rPr b="0" lang="zh-CN" sz="1950" spc="-1" strike="noStrike">
                <a:solidFill>
                  <a:srgbClr val="0b4b78"/>
                </a:solidFill>
                <a:latin typeface="NotoSansCJKjp"/>
                <a:ea typeface="NotoSansCJKjp"/>
              </a:rPr>
              <a:t>イベント名</a:t>
            </a:r>
            <a:endParaRPr b="0" lang="en-US" sz="1950" spc="-1" strike="noStrike">
              <a:solidFill>
                <a:srgbClr val="000000"/>
              </a:solidFill>
              <a:latin typeface="Times New Roman"/>
            </a:endParaRPr>
          </a:p>
        </p:txBody>
      </p:sp>
      <p:sp>
        <p:nvSpPr>
          <p:cNvPr id="8" name=""/>
          <p:cNvSpPr txBox="1"/>
          <p:nvPr/>
        </p:nvSpPr>
        <p:spPr>
          <a:xfrm>
            <a:off x="5194800" y="1871280"/>
            <a:ext cx="1724400" cy="279360"/>
          </a:xfrm>
          <a:prstGeom prst="rect">
            <a:avLst/>
          </a:prstGeom>
          <a:noFill/>
          <a:ln w="0">
            <a:noFill/>
          </a:ln>
        </p:spPr>
        <p:txBody>
          <a:bodyPr wrap="none" lIns="0" rIns="0" tIns="0" bIns="0" anchor="t">
            <a:noAutofit/>
          </a:bodyPr>
          <a:p>
            <a:r>
              <a:rPr b="0" lang="en-US" sz="1950" spc="-1" strike="noStrike">
                <a:solidFill>
                  <a:srgbClr val="0b4b78"/>
                </a:solidFill>
                <a:latin typeface="Arial"/>
                <a:ea typeface="Arial"/>
              </a:rPr>
              <a:t> </a:t>
            </a:r>
            <a:r>
              <a:rPr b="0" lang="en-US" sz="1950" spc="-1" strike="noStrike">
                <a:solidFill>
                  <a:srgbClr val="0b4b78"/>
                </a:solidFill>
                <a:latin typeface="Arial"/>
                <a:ea typeface="Arial"/>
              </a:rPr>
              <a:t>20OO/OO/OO(</a:t>
            </a:r>
            <a:endParaRPr b="0" lang="en-US" sz="1950" spc="-1" strike="noStrike">
              <a:solidFill>
                <a:srgbClr val="000000"/>
              </a:solidFill>
              <a:latin typeface="Times New Roman"/>
            </a:endParaRPr>
          </a:p>
        </p:txBody>
      </p:sp>
      <p:sp>
        <p:nvSpPr>
          <p:cNvPr id="9" name=""/>
          <p:cNvSpPr txBox="1"/>
          <p:nvPr/>
        </p:nvSpPr>
        <p:spPr>
          <a:xfrm>
            <a:off x="6914880" y="1808280"/>
            <a:ext cx="1242720" cy="360000"/>
          </a:xfrm>
          <a:prstGeom prst="rect">
            <a:avLst/>
          </a:prstGeom>
          <a:noFill/>
          <a:ln w="0">
            <a:noFill/>
          </a:ln>
        </p:spPr>
        <p:txBody>
          <a:bodyPr wrap="none" lIns="0" rIns="0" tIns="0" bIns="0" anchor="t">
            <a:noAutofit/>
          </a:bodyPr>
          <a:p>
            <a:r>
              <a:rPr b="0" lang="zh-CN" sz="1950" spc="-1" strike="noStrike">
                <a:solidFill>
                  <a:srgbClr val="0b4b78"/>
                </a:solidFill>
                <a:latin typeface="NotoSansCJKjp"/>
                <a:ea typeface="NotoSansCJKjp"/>
              </a:rPr>
              <a:t>⽇付を⼊⼒</a:t>
            </a:r>
            <a:endParaRPr b="0" lang="en-US" sz="1950" spc="-1" strike="noStrike">
              <a:solidFill>
                <a:srgbClr val="000000"/>
              </a:solidFill>
              <a:latin typeface="Times New Roman"/>
            </a:endParaRPr>
          </a:p>
        </p:txBody>
      </p:sp>
      <p:sp>
        <p:nvSpPr>
          <p:cNvPr id="10" name=""/>
          <p:cNvSpPr txBox="1"/>
          <p:nvPr/>
        </p:nvSpPr>
        <p:spPr>
          <a:xfrm>
            <a:off x="8152920" y="1871280"/>
            <a:ext cx="247320" cy="279360"/>
          </a:xfrm>
          <a:prstGeom prst="rect">
            <a:avLst/>
          </a:prstGeom>
          <a:noFill/>
          <a:ln w="0">
            <a:noFill/>
          </a:ln>
        </p:spPr>
        <p:txBody>
          <a:bodyPr wrap="none" lIns="0" rIns="0" tIns="0" bIns="0" anchor="t">
            <a:noAutofit/>
          </a:bodyPr>
          <a:p>
            <a:r>
              <a:rPr b="0" lang="en-US" sz="1950" spc="-1" strike="noStrike">
                <a:solidFill>
                  <a:srgbClr val="0b4b78"/>
                </a:solidFill>
                <a:latin typeface="Arial"/>
                <a:ea typeface="Arial"/>
              </a:rPr>
              <a:t>)</a:t>
            </a:r>
            <a:endParaRPr b="0" lang="en-US" sz="1950" spc="-1" strike="noStrike">
              <a:solidFill>
                <a:srgbClr val="000000"/>
              </a:solidFill>
              <a:latin typeface="Times New Roman"/>
            </a:endParaRPr>
          </a:p>
        </p:txBody>
      </p:sp>
      <p:pic>
        <p:nvPicPr>
          <p:cNvPr id="11" name="" descr=""/>
          <p:cNvPicPr/>
          <p:nvPr/>
        </p:nvPicPr>
        <p:blipFill>
          <a:blip r:embed="rId1"/>
          <a:stretch/>
        </p:blipFill>
        <p:spPr>
          <a:xfrm>
            <a:off x="4809960" y="-190440"/>
            <a:ext cx="2571480" cy="2571480"/>
          </a:xfrm>
          <a:prstGeom prst="rect">
            <a:avLst/>
          </a:prstGeom>
          <a:ln w="0">
            <a:noFill/>
          </a:ln>
        </p:spPr>
      </p:pic>
      <p:sp>
        <p:nvSpPr>
          <p:cNvPr id="12" name=""/>
          <p:cNvSpPr/>
          <p:nvPr/>
        </p:nvSpPr>
        <p:spPr>
          <a:xfrm>
            <a:off x="0" y="3771720"/>
            <a:ext cx="12192120" cy="3086280"/>
          </a:xfrm>
          <a:custGeom>
            <a:avLst/>
            <a:gdLst/>
            <a:ahLst/>
            <a:rect l="0" t="0" r="r" b="b"/>
            <a:pathLst>
              <a:path w="33867" h="8573">
                <a:moveTo>
                  <a:pt x="0" y="0"/>
                </a:moveTo>
                <a:lnTo>
                  <a:pt x="33867" y="0"/>
                </a:lnTo>
                <a:lnTo>
                  <a:pt x="33867" y="8573"/>
                </a:lnTo>
                <a:lnTo>
                  <a:pt x="0" y="8573"/>
                </a:lnTo>
                <a:lnTo>
                  <a:pt x="0" y="0"/>
                </a:ln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13" name=""/>
          <p:cNvSpPr txBox="1"/>
          <p:nvPr/>
        </p:nvSpPr>
        <p:spPr>
          <a:xfrm>
            <a:off x="4905360" y="2409840"/>
            <a:ext cx="2385720" cy="690840"/>
          </a:xfrm>
          <a:prstGeom prst="rect">
            <a:avLst/>
          </a:prstGeom>
          <a:noFill/>
          <a:ln w="0">
            <a:noFill/>
          </a:ln>
        </p:spPr>
        <p:txBody>
          <a:bodyPr wrap="none" lIns="0" rIns="0" tIns="0" bIns="0" anchor="t">
            <a:noAutofit/>
          </a:bodyPr>
          <a:p>
            <a:r>
              <a:rPr b="0" lang="zh-CN" sz="3750" spc="-1" strike="noStrike">
                <a:solidFill>
                  <a:srgbClr val="0b4b78"/>
                </a:solidFill>
                <a:latin typeface="NotoSansCJKjp"/>
                <a:ea typeface="NotoSansCJKjp"/>
              </a:rPr>
              <a:t>タイトル名</a:t>
            </a:r>
            <a:endParaRPr b="0" lang="en-US" sz="3750" spc="-1" strike="noStrike">
              <a:solidFill>
                <a:srgbClr val="000000"/>
              </a:solidFill>
              <a:latin typeface="Times New Roman"/>
            </a:endParaRPr>
          </a:p>
        </p:txBody>
      </p:sp>
      <p:sp>
        <p:nvSpPr>
          <p:cNvPr id="14" name=""/>
          <p:cNvSpPr txBox="1"/>
          <p:nvPr/>
        </p:nvSpPr>
        <p:spPr>
          <a:xfrm>
            <a:off x="3313800" y="4668840"/>
            <a:ext cx="457920" cy="331200"/>
          </a:xfrm>
          <a:prstGeom prst="rect">
            <a:avLst/>
          </a:prstGeom>
          <a:noFill/>
          <a:ln w="0">
            <a:noFill/>
          </a:ln>
        </p:spPr>
        <p:txBody>
          <a:bodyPr wrap="none" lIns="0" rIns="0" tIns="0" bIns="0" anchor="t">
            <a:noAutofit/>
          </a:bodyPr>
          <a:p>
            <a:r>
              <a:rPr b="0" lang="zh-CN" sz="1800" spc="-1" strike="noStrike">
                <a:solidFill>
                  <a:srgbClr val="ffffff"/>
                </a:solidFill>
                <a:latin typeface="NotoSansCJKjp"/>
                <a:ea typeface="NotoSansCJKjp"/>
              </a:rPr>
              <a:t>所属</a:t>
            </a:r>
            <a:endParaRPr b="0" lang="en-US" sz="1800" spc="-1" strike="noStrike">
              <a:solidFill>
                <a:srgbClr val="000000"/>
              </a:solidFill>
              <a:latin typeface="Times New Roman"/>
            </a:endParaRPr>
          </a:p>
        </p:txBody>
      </p:sp>
      <p:sp>
        <p:nvSpPr>
          <p:cNvPr id="15" name=""/>
          <p:cNvSpPr txBox="1"/>
          <p:nvPr/>
        </p:nvSpPr>
        <p:spPr>
          <a:xfrm>
            <a:off x="3771000" y="4727160"/>
            <a:ext cx="228240" cy="256320"/>
          </a:xfrm>
          <a:prstGeom prst="rect">
            <a:avLst/>
          </a:prstGeom>
          <a:noFill/>
          <a:ln w="0">
            <a:noFill/>
          </a:ln>
        </p:spPr>
        <p:txBody>
          <a:bodyPr wrap="none" lIns="0" rIns="0" tIns="0" bIns="0" anchor="t">
            <a:noAutofit/>
          </a:bodyPr>
          <a:p>
            <a:r>
              <a:rPr b="1" lang="en-US" sz="1800" spc="-1" strike="noStrike">
                <a:solidFill>
                  <a:srgbClr val="ffffff"/>
                </a:solidFill>
                <a:latin typeface="Arial"/>
                <a:ea typeface="Arial"/>
              </a:rPr>
              <a:t>(</a:t>
            </a:r>
            <a:endParaRPr b="0" lang="en-US" sz="1800" spc="-1" strike="noStrike">
              <a:solidFill>
                <a:srgbClr val="000000"/>
              </a:solidFill>
              <a:latin typeface="Times New Roman"/>
            </a:endParaRPr>
          </a:p>
        </p:txBody>
      </p:sp>
      <p:sp>
        <p:nvSpPr>
          <p:cNvPr id="16" name=""/>
          <p:cNvSpPr txBox="1"/>
          <p:nvPr/>
        </p:nvSpPr>
        <p:spPr>
          <a:xfrm>
            <a:off x="3847320" y="4668840"/>
            <a:ext cx="229320" cy="331200"/>
          </a:xfrm>
          <a:prstGeom prst="rect">
            <a:avLst/>
          </a:prstGeom>
          <a:noFill/>
          <a:ln w="0">
            <a:noFill/>
          </a:ln>
        </p:spPr>
        <p:txBody>
          <a:bodyPr wrap="none" lIns="0" rIns="0" tIns="0" bIns="0" anchor="t">
            <a:noAutofit/>
          </a:bodyPr>
          <a:p>
            <a:r>
              <a:rPr b="0" lang="zh-CN" sz="1800" spc="-1" strike="noStrike">
                <a:solidFill>
                  <a:srgbClr val="ffffff"/>
                </a:solidFill>
                <a:latin typeface="NotoSansCJKjp"/>
                <a:ea typeface="NotoSansCJKjp"/>
              </a:rPr>
              <a:t>例</a:t>
            </a:r>
            <a:endParaRPr b="0" lang="en-US" sz="1800" spc="-1" strike="noStrike">
              <a:solidFill>
                <a:srgbClr val="000000"/>
              </a:solidFill>
              <a:latin typeface="Times New Roman"/>
            </a:endParaRPr>
          </a:p>
        </p:txBody>
      </p:sp>
      <p:sp>
        <p:nvSpPr>
          <p:cNvPr id="17" name=""/>
          <p:cNvSpPr txBox="1"/>
          <p:nvPr/>
        </p:nvSpPr>
        <p:spPr>
          <a:xfrm>
            <a:off x="4075920" y="4727160"/>
            <a:ext cx="228240" cy="256320"/>
          </a:xfrm>
          <a:prstGeom prst="rect">
            <a:avLst/>
          </a:prstGeom>
          <a:noFill/>
          <a:ln w="0">
            <a:noFill/>
          </a:ln>
        </p:spPr>
        <p:txBody>
          <a:bodyPr wrap="none" lIns="0" rIns="0" tIns="0" bIns="0" anchor="t">
            <a:noAutofit/>
          </a:bodyPr>
          <a:p>
            <a:r>
              <a:rPr b="1" lang="en-US" sz="1800" spc="-1" strike="noStrike">
                <a:solidFill>
                  <a:srgbClr val="ffffff"/>
                </a:solidFill>
                <a:latin typeface="Arial"/>
                <a:ea typeface="Arial"/>
              </a:rPr>
              <a:t>:</a:t>
            </a:r>
            <a:endParaRPr b="0" lang="en-US" sz="1800" spc="-1" strike="noStrike">
              <a:solidFill>
                <a:srgbClr val="000000"/>
              </a:solidFill>
              <a:latin typeface="Times New Roman"/>
            </a:endParaRPr>
          </a:p>
        </p:txBody>
      </p:sp>
      <p:sp>
        <p:nvSpPr>
          <p:cNvPr id="18" name=""/>
          <p:cNvSpPr txBox="1"/>
          <p:nvPr/>
        </p:nvSpPr>
        <p:spPr>
          <a:xfrm>
            <a:off x="4151880" y="4668840"/>
            <a:ext cx="915120" cy="331200"/>
          </a:xfrm>
          <a:prstGeom prst="rect">
            <a:avLst/>
          </a:prstGeom>
          <a:noFill/>
          <a:ln w="0">
            <a:noFill/>
          </a:ln>
        </p:spPr>
        <p:txBody>
          <a:bodyPr wrap="none" lIns="0" rIns="0" tIns="0" bIns="0" anchor="t">
            <a:noAutofit/>
          </a:bodyPr>
          <a:p>
            <a:r>
              <a:rPr b="0" lang="zh-CN" sz="1800" spc="-1" strike="noStrike">
                <a:solidFill>
                  <a:srgbClr val="ffffff"/>
                </a:solidFill>
                <a:latin typeface="NotoSansCJKjp"/>
                <a:ea typeface="NotoSansCJKjp"/>
              </a:rPr>
              <a:t>京都⼤学</a:t>
            </a:r>
            <a:endParaRPr b="0" lang="en-US" sz="1800" spc="-1" strike="noStrike">
              <a:solidFill>
                <a:srgbClr val="000000"/>
              </a:solidFill>
              <a:latin typeface="Times New Roman"/>
            </a:endParaRPr>
          </a:p>
        </p:txBody>
      </p:sp>
      <p:sp>
        <p:nvSpPr>
          <p:cNvPr id="19" name=""/>
          <p:cNvSpPr txBox="1"/>
          <p:nvPr/>
        </p:nvSpPr>
        <p:spPr>
          <a:xfrm>
            <a:off x="5066280" y="4727160"/>
            <a:ext cx="228240" cy="256320"/>
          </a:xfrm>
          <a:prstGeom prst="rect">
            <a:avLst/>
          </a:prstGeom>
          <a:noFill/>
          <a:ln w="0">
            <a:noFill/>
          </a:ln>
        </p:spPr>
        <p:txBody>
          <a:bodyPr wrap="none" lIns="0" rIns="0" tIns="0" bIns="0" anchor="t">
            <a:noAutofit/>
          </a:bodyPr>
          <a:p>
            <a:r>
              <a:rPr b="1" lang="en-US" sz="1800" spc="-1" strike="noStrike">
                <a:solidFill>
                  <a:srgbClr val="ffffff"/>
                </a:solidFill>
                <a:latin typeface="Arial"/>
                <a:ea typeface="Arial"/>
              </a:rPr>
              <a:t> </a:t>
            </a:r>
            <a:endParaRPr b="0" lang="en-US" sz="1800" spc="-1" strike="noStrike">
              <a:solidFill>
                <a:srgbClr val="000000"/>
              </a:solidFill>
              <a:latin typeface="Times New Roman"/>
            </a:endParaRPr>
          </a:p>
        </p:txBody>
      </p:sp>
      <p:sp>
        <p:nvSpPr>
          <p:cNvPr id="20" name=""/>
          <p:cNvSpPr txBox="1"/>
          <p:nvPr/>
        </p:nvSpPr>
        <p:spPr>
          <a:xfrm>
            <a:off x="5130000" y="4668840"/>
            <a:ext cx="686520" cy="331200"/>
          </a:xfrm>
          <a:prstGeom prst="rect">
            <a:avLst/>
          </a:prstGeom>
          <a:noFill/>
          <a:ln w="0">
            <a:noFill/>
          </a:ln>
        </p:spPr>
        <p:txBody>
          <a:bodyPr wrap="none" lIns="0" rIns="0" tIns="0" bIns="0" anchor="t">
            <a:noAutofit/>
          </a:bodyPr>
          <a:p>
            <a:r>
              <a:rPr b="0" lang="zh-CN" sz="1800" spc="-1" strike="noStrike">
                <a:solidFill>
                  <a:srgbClr val="ffffff"/>
                </a:solidFill>
                <a:latin typeface="NotoSansCJKjp"/>
                <a:ea typeface="NotoSansCJKjp"/>
              </a:rPr>
              <a:t>⼯学部</a:t>
            </a:r>
            <a:endParaRPr b="0" lang="en-US" sz="1800" spc="-1" strike="noStrike">
              <a:solidFill>
                <a:srgbClr val="000000"/>
              </a:solidFill>
              <a:latin typeface="Times New Roman"/>
            </a:endParaRPr>
          </a:p>
        </p:txBody>
      </p:sp>
      <p:sp>
        <p:nvSpPr>
          <p:cNvPr id="21" name=""/>
          <p:cNvSpPr txBox="1"/>
          <p:nvPr/>
        </p:nvSpPr>
        <p:spPr>
          <a:xfrm>
            <a:off x="5815800" y="4727160"/>
            <a:ext cx="228240" cy="256320"/>
          </a:xfrm>
          <a:prstGeom prst="rect">
            <a:avLst/>
          </a:prstGeom>
          <a:noFill/>
          <a:ln w="0">
            <a:noFill/>
          </a:ln>
        </p:spPr>
        <p:txBody>
          <a:bodyPr wrap="none" lIns="0" rIns="0" tIns="0" bIns="0" anchor="t">
            <a:noAutofit/>
          </a:bodyPr>
          <a:p>
            <a:r>
              <a:rPr b="1" lang="en-US" sz="1800" spc="-1" strike="noStrike">
                <a:solidFill>
                  <a:srgbClr val="ffffff"/>
                </a:solidFill>
                <a:latin typeface="Arial"/>
                <a:ea typeface="Arial"/>
              </a:rPr>
              <a:t> </a:t>
            </a:r>
            <a:endParaRPr b="0" lang="en-US" sz="1800" spc="-1" strike="noStrike">
              <a:solidFill>
                <a:srgbClr val="000000"/>
              </a:solidFill>
              <a:latin typeface="Times New Roman"/>
            </a:endParaRPr>
          </a:p>
        </p:txBody>
      </p:sp>
      <p:sp>
        <p:nvSpPr>
          <p:cNvPr id="22" name=""/>
          <p:cNvSpPr txBox="1"/>
          <p:nvPr/>
        </p:nvSpPr>
        <p:spPr>
          <a:xfrm>
            <a:off x="5879160" y="4668840"/>
            <a:ext cx="915120" cy="331200"/>
          </a:xfrm>
          <a:prstGeom prst="rect">
            <a:avLst/>
          </a:prstGeom>
          <a:noFill/>
          <a:ln w="0">
            <a:noFill/>
          </a:ln>
        </p:spPr>
        <p:txBody>
          <a:bodyPr wrap="none" lIns="0" rIns="0" tIns="0" bIns="0" anchor="t">
            <a:noAutofit/>
          </a:bodyPr>
          <a:p>
            <a:r>
              <a:rPr b="0" lang="zh-CN" sz="1800" spc="-1" strike="noStrike">
                <a:solidFill>
                  <a:srgbClr val="ffffff"/>
                </a:solidFill>
                <a:latin typeface="NotoSansCJKjp"/>
                <a:ea typeface="NotoSansCJKjp"/>
              </a:rPr>
              <a:t>情報学科</a:t>
            </a:r>
            <a:endParaRPr b="0" lang="en-US" sz="1800" spc="-1" strike="noStrike">
              <a:solidFill>
                <a:srgbClr val="000000"/>
              </a:solidFill>
              <a:latin typeface="Times New Roman"/>
            </a:endParaRPr>
          </a:p>
        </p:txBody>
      </p:sp>
      <p:sp>
        <p:nvSpPr>
          <p:cNvPr id="23" name=""/>
          <p:cNvSpPr txBox="1"/>
          <p:nvPr/>
        </p:nvSpPr>
        <p:spPr>
          <a:xfrm>
            <a:off x="6793560" y="4727160"/>
            <a:ext cx="228240" cy="256320"/>
          </a:xfrm>
          <a:prstGeom prst="rect">
            <a:avLst/>
          </a:prstGeom>
          <a:noFill/>
          <a:ln w="0">
            <a:noFill/>
          </a:ln>
        </p:spPr>
        <p:txBody>
          <a:bodyPr wrap="none" lIns="0" rIns="0" tIns="0" bIns="0" anchor="t">
            <a:noAutofit/>
          </a:bodyPr>
          <a:p>
            <a:r>
              <a:rPr b="1" lang="en-US" sz="1800" spc="-1" strike="noStrike">
                <a:solidFill>
                  <a:srgbClr val="ffffff"/>
                </a:solidFill>
                <a:latin typeface="Arial"/>
                <a:ea typeface="Arial"/>
              </a:rPr>
              <a:t> </a:t>
            </a:r>
            <a:endParaRPr b="0" lang="en-US" sz="1800" spc="-1" strike="noStrike">
              <a:solidFill>
                <a:srgbClr val="000000"/>
              </a:solidFill>
              <a:latin typeface="Times New Roman"/>
            </a:endParaRPr>
          </a:p>
        </p:txBody>
      </p:sp>
      <p:sp>
        <p:nvSpPr>
          <p:cNvPr id="24" name=""/>
          <p:cNvSpPr txBox="1"/>
          <p:nvPr/>
        </p:nvSpPr>
        <p:spPr>
          <a:xfrm>
            <a:off x="6857280" y="4668840"/>
            <a:ext cx="1600920" cy="331200"/>
          </a:xfrm>
          <a:prstGeom prst="rect">
            <a:avLst/>
          </a:prstGeom>
          <a:noFill/>
          <a:ln w="0">
            <a:noFill/>
          </a:ln>
        </p:spPr>
        <p:txBody>
          <a:bodyPr wrap="none" lIns="0" rIns="0" tIns="0" bIns="0" anchor="t">
            <a:noAutofit/>
          </a:bodyPr>
          <a:p>
            <a:r>
              <a:rPr b="0" lang="zh-CN" sz="1800" spc="-1" strike="noStrike">
                <a:solidFill>
                  <a:srgbClr val="ffffff"/>
                </a:solidFill>
                <a:latin typeface="NotoSansCJKjp"/>
                <a:ea typeface="NotoSansCJKjp"/>
              </a:rPr>
              <a:t>数理⼯学コース</a:t>
            </a:r>
            <a:endParaRPr b="0" lang="en-US" sz="1800" spc="-1" strike="noStrike">
              <a:solidFill>
                <a:srgbClr val="000000"/>
              </a:solidFill>
              <a:latin typeface="Times New Roman"/>
            </a:endParaRPr>
          </a:p>
        </p:txBody>
      </p:sp>
      <p:sp>
        <p:nvSpPr>
          <p:cNvPr id="25" name=""/>
          <p:cNvSpPr txBox="1"/>
          <p:nvPr/>
        </p:nvSpPr>
        <p:spPr>
          <a:xfrm>
            <a:off x="8445960" y="4727160"/>
            <a:ext cx="430560" cy="256320"/>
          </a:xfrm>
          <a:prstGeom prst="rect">
            <a:avLst/>
          </a:prstGeom>
          <a:noFill/>
          <a:ln w="0">
            <a:noFill/>
          </a:ln>
        </p:spPr>
        <p:txBody>
          <a:bodyPr wrap="none" lIns="0" rIns="0" tIns="0" bIns="0" anchor="t">
            <a:noAutofit/>
          </a:bodyPr>
          <a:p>
            <a:r>
              <a:rPr b="1" lang="en-US" sz="1800" spc="-1" strike="noStrike">
                <a:solidFill>
                  <a:srgbClr val="ffffff"/>
                </a:solidFill>
                <a:latin typeface="Arial"/>
                <a:ea typeface="Arial"/>
              </a:rPr>
              <a:t> </a:t>
            </a:r>
            <a:r>
              <a:rPr b="1" lang="en-US" sz="1800" spc="-1" strike="noStrike">
                <a:solidFill>
                  <a:srgbClr val="ffffff"/>
                </a:solidFill>
                <a:latin typeface="Arial"/>
                <a:ea typeface="Arial"/>
              </a:rPr>
              <a:t>B4)</a:t>
            </a:r>
            <a:endParaRPr b="0" lang="en-US" sz="1800" spc="-1" strike="noStrike">
              <a:solidFill>
                <a:srgbClr val="000000"/>
              </a:solidFill>
              <a:latin typeface="Times New Roman"/>
            </a:endParaRPr>
          </a:p>
        </p:txBody>
      </p:sp>
      <p:sp>
        <p:nvSpPr>
          <p:cNvPr id="26" name=""/>
          <p:cNvSpPr txBox="1"/>
          <p:nvPr/>
        </p:nvSpPr>
        <p:spPr>
          <a:xfrm>
            <a:off x="4772160" y="5240520"/>
            <a:ext cx="573840" cy="415080"/>
          </a:xfrm>
          <a:prstGeom prst="rect">
            <a:avLst/>
          </a:prstGeom>
          <a:noFill/>
          <a:ln w="0">
            <a:noFill/>
          </a:ln>
        </p:spPr>
        <p:txBody>
          <a:bodyPr wrap="none" lIns="0" rIns="0" tIns="0" bIns="0" anchor="t">
            <a:noAutofit/>
          </a:bodyPr>
          <a:p>
            <a:r>
              <a:rPr b="0" lang="zh-CN" sz="2250" spc="-1" strike="noStrike">
                <a:solidFill>
                  <a:srgbClr val="ffffff"/>
                </a:solidFill>
                <a:latin typeface="NotoSansCJKjp"/>
                <a:ea typeface="NotoSansCJKjp"/>
              </a:rPr>
              <a:t>名前</a:t>
            </a:r>
            <a:endParaRPr b="0" lang="en-US" sz="2250" spc="-1" strike="noStrike">
              <a:solidFill>
                <a:srgbClr val="000000"/>
              </a:solidFill>
              <a:latin typeface="Times New Roman"/>
            </a:endParaRPr>
          </a:p>
        </p:txBody>
      </p:sp>
      <p:sp>
        <p:nvSpPr>
          <p:cNvPr id="27" name=""/>
          <p:cNvSpPr txBox="1"/>
          <p:nvPr/>
        </p:nvSpPr>
        <p:spPr>
          <a:xfrm>
            <a:off x="5343840" y="5313600"/>
            <a:ext cx="285480" cy="320400"/>
          </a:xfrm>
          <a:prstGeom prst="rect">
            <a:avLst/>
          </a:prstGeom>
          <a:noFill/>
          <a:ln w="0">
            <a:noFill/>
          </a:ln>
        </p:spPr>
        <p:txBody>
          <a:bodyPr wrap="none" lIns="0" rIns="0" tIns="0" bIns="0" anchor="t">
            <a:noAutofit/>
          </a:bodyPr>
          <a:p>
            <a:r>
              <a:rPr b="1" lang="en-US" sz="2250" spc="-1" strike="noStrike">
                <a:solidFill>
                  <a:srgbClr val="ffffff"/>
                </a:solidFill>
                <a:latin typeface="Arial"/>
                <a:ea typeface="Arial"/>
              </a:rPr>
              <a:t>(</a:t>
            </a:r>
            <a:endParaRPr b="0" lang="en-US" sz="2250" spc="-1" strike="noStrike">
              <a:solidFill>
                <a:srgbClr val="000000"/>
              </a:solidFill>
              <a:latin typeface="Times New Roman"/>
            </a:endParaRPr>
          </a:p>
        </p:txBody>
      </p:sp>
      <p:sp>
        <p:nvSpPr>
          <p:cNvPr id="28" name=""/>
          <p:cNvSpPr txBox="1"/>
          <p:nvPr/>
        </p:nvSpPr>
        <p:spPr>
          <a:xfrm>
            <a:off x="5438880" y="5240520"/>
            <a:ext cx="287280" cy="415080"/>
          </a:xfrm>
          <a:prstGeom prst="rect">
            <a:avLst/>
          </a:prstGeom>
          <a:noFill/>
          <a:ln w="0">
            <a:noFill/>
          </a:ln>
        </p:spPr>
        <p:txBody>
          <a:bodyPr wrap="none" lIns="0" rIns="0" tIns="0" bIns="0" anchor="t">
            <a:noAutofit/>
          </a:bodyPr>
          <a:p>
            <a:r>
              <a:rPr b="0" lang="zh-CN" sz="2250" spc="-1" strike="noStrike">
                <a:solidFill>
                  <a:srgbClr val="ffffff"/>
                </a:solidFill>
                <a:latin typeface="NotoSansCJKjp"/>
                <a:ea typeface="NotoSansCJKjp"/>
              </a:rPr>
              <a:t>例</a:t>
            </a:r>
            <a:endParaRPr b="0" lang="en-US" sz="2250" spc="-1" strike="noStrike">
              <a:solidFill>
                <a:srgbClr val="000000"/>
              </a:solidFill>
              <a:latin typeface="Times New Roman"/>
            </a:endParaRPr>
          </a:p>
        </p:txBody>
      </p:sp>
      <p:sp>
        <p:nvSpPr>
          <p:cNvPr id="29" name=""/>
          <p:cNvSpPr txBox="1"/>
          <p:nvPr/>
        </p:nvSpPr>
        <p:spPr>
          <a:xfrm>
            <a:off x="5724720" y="5313600"/>
            <a:ext cx="285480" cy="320400"/>
          </a:xfrm>
          <a:prstGeom prst="rect">
            <a:avLst/>
          </a:prstGeom>
          <a:noFill/>
          <a:ln w="0">
            <a:noFill/>
          </a:ln>
        </p:spPr>
        <p:txBody>
          <a:bodyPr wrap="none" lIns="0" rIns="0" tIns="0" bIns="0" anchor="t">
            <a:noAutofit/>
          </a:bodyPr>
          <a:p>
            <a:r>
              <a:rPr b="1" lang="en-US" sz="2250" spc="-1" strike="noStrike">
                <a:solidFill>
                  <a:srgbClr val="ffffff"/>
                </a:solidFill>
                <a:latin typeface="Arial"/>
                <a:ea typeface="Arial"/>
              </a:rPr>
              <a:t>:</a:t>
            </a:r>
            <a:endParaRPr b="0" lang="en-US" sz="2250" spc="-1" strike="noStrike">
              <a:solidFill>
                <a:srgbClr val="000000"/>
              </a:solidFill>
              <a:latin typeface="Times New Roman"/>
            </a:endParaRPr>
          </a:p>
        </p:txBody>
      </p:sp>
      <p:sp>
        <p:nvSpPr>
          <p:cNvPr id="30" name=""/>
          <p:cNvSpPr txBox="1"/>
          <p:nvPr/>
        </p:nvSpPr>
        <p:spPr>
          <a:xfrm>
            <a:off x="5819760" y="5240520"/>
            <a:ext cx="573840" cy="415080"/>
          </a:xfrm>
          <a:prstGeom prst="rect">
            <a:avLst/>
          </a:prstGeom>
          <a:noFill/>
          <a:ln w="0">
            <a:noFill/>
          </a:ln>
        </p:spPr>
        <p:txBody>
          <a:bodyPr wrap="none" lIns="0" rIns="0" tIns="0" bIns="0" anchor="t">
            <a:noAutofit/>
          </a:bodyPr>
          <a:p>
            <a:r>
              <a:rPr b="0" lang="zh-CN" sz="2250" spc="-1" strike="noStrike">
                <a:solidFill>
                  <a:srgbClr val="ffffff"/>
                </a:solidFill>
                <a:latin typeface="NotoSansCJKjp"/>
                <a:ea typeface="NotoSansCJKjp"/>
              </a:rPr>
              <a:t>知能</a:t>
            </a:r>
            <a:endParaRPr b="0" lang="en-US" sz="2250" spc="-1" strike="noStrike">
              <a:solidFill>
                <a:srgbClr val="000000"/>
              </a:solidFill>
              <a:latin typeface="Times New Roman"/>
            </a:endParaRPr>
          </a:p>
        </p:txBody>
      </p:sp>
      <p:sp>
        <p:nvSpPr>
          <p:cNvPr id="31" name=""/>
          <p:cNvSpPr txBox="1"/>
          <p:nvPr/>
        </p:nvSpPr>
        <p:spPr>
          <a:xfrm>
            <a:off x="6391080" y="5313600"/>
            <a:ext cx="285480" cy="320400"/>
          </a:xfrm>
          <a:prstGeom prst="rect">
            <a:avLst/>
          </a:prstGeom>
          <a:noFill/>
          <a:ln w="0">
            <a:noFill/>
          </a:ln>
        </p:spPr>
        <p:txBody>
          <a:bodyPr wrap="none" lIns="0" rIns="0" tIns="0" bIns="0" anchor="t">
            <a:noAutofit/>
          </a:bodyPr>
          <a:p>
            <a:r>
              <a:rPr b="1" lang="en-US" sz="2250" spc="-1" strike="noStrike">
                <a:solidFill>
                  <a:srgbClr val="ffffff"/>
                </a:solidFill>
                <a:latin typeface="Arial"/>
                <a:ea typeface="Arial"/>
              </a:rPr>
              <a:t> </a:t>
            </a:r>
            <a:endParaRPr b="0" lang="en-US" sz="2250" spc="-1" strike="noStrike">
              <a:solidFill>
                <a:srgbClr val="000000"/>
              </a:solidFill>
              <a:latin typeface="Times New Roman"/>
            </a:endParaRPr>
          </a:p>
        </p:txBody>
      </p:sp>
      <p:sp>
        <p:nvSpPr>
          <p:cNvPr id="32" name=""/>
          <p:cNvSpPr txBox="1"/>
          <p:nvPr/>
        </p:nvSpPr>
        <p:spPr>
          <a:xfrm>
            <a:off x="6470640" y="5240520"/>
            <a:ext cx="573840" cy="415080"/>
          </a:xfrm>
          <a:prstGeom prst="rect">
            <a:avLst/>
          </a:prstGeom>
          <a:noFill/>
          <a:ln w="0">
            <a:noFill/>
          </a:ln>
        </p:spPr>
        <p:txBody>
          <a:bodyPr wrap="none" lIns="0" rIns="0" tIns="0" bIns="0" anchor="t">
            <a:noAutofit/>
          </a:bodyPr>
          <a:p>
            <a:r>
              <a:rPr b="0" lang="zh-CN" sz="2250" spc="-1" strike="noStrike">
                <a:solidFill>
                  <a:srgbClr val="ffffff"/>
                </a:solidFill>
                <a:latin typeface="NotoSansCJKjp"/>
                <a:ea typeface="NotoSansCJKjp"/>
              </a:rPr>
              <a:t>太郎</a:t>
            </a:r>
            <a:endParaRPr b="0" lang="en-US" sz="2250" spc="-1" strike="noStrike">
              <a:solidFill>
                <a:srgbClr val="000000"/>
              </a:solidFill>
              <a:latin typeface="Times New Roman"/>
            </a:endParaRPr>
          </a:p>
        </p:txBody>
      </p:sp>
      <p:sp>
        <p:nvSpPr>
          <p:cNvPr id="33" name=""/>
          <p:cNvSpPr txBox="1"/>
          <p:nvPr/>
        </p:nvSpPr>
        <p:spPr>
          <a:xfrm>
            <a:off x="7041960" y="5313600"/>
            <a:ext cx="285480" cy="320400"/>
          </a:xfrm>
          <a:prstGeom prst="rect">
            <a:avLst/>
          </a:prstGeom>
          <a:noFill/>
          <a:ln w="0">
            <a:noFill/>
          </a:ln>
        </p:spPr>
        <p:txBody>
          <a:bodyPr wrap="none" lIns="0" rIns="0" tIns="0" bIns="0" anchor="t">
            <a:noAutofit/>
          </a:bodyPr>
          <a:p>
            <a:r>
              <a:rPr b="1" lang="en-US" sz="2250" spc="-1" strike="noStrike">
                <a:solidFill>
                  <a:srgbClr val="ffffff"/>
                </a:solidFill>
                <a:latin typeface="Arial"/>
                <a:ea typeface="Arial"/>
              </a:rPr>
              <a:t>)</a:t>
            </a:r>
            <a:endParaRPr b="0" lang="en-US" sz="2250" spc="-1" strike="noStrike">
              <a:solidFill>
                <a:srgbClr val="000000"/>
              </a:solidFill>
              <a:latin typeface="Times New Roman"/>
            </a:endParaRPr>
          </a:p>
        </p:txBody>
      </p:sp>
      <p:sp>
        <p:nvSpPr>
          <p:cNvPr id="34" name=""/>
          <p:cNvSpPr txBox="1"/>
          <p:nvPr/>
        </p:nvSpPr>
        <p:spPr>
          <a:xfrm>
            <a:off x="11946240" y="6458400"/>
            <a:ext cx="304560" cy="340200"/>
          </a:xfrm>
          <a:prstGeom prst="rect">
            <a:avLst/>
          </a:prstGeom>
          <a:noFill/>
          <a:ln w="0">
            <a:noFill/>
          </a:ln>
        </p:spPr>
        <p:txBody>
          <a:bodyPr wrap="none" lIns="0" rIns="0" tIns="0" bIns="0" anchor="t">
            <a:noAutofit/>
          </a:bodyPr>
          <a:p>
            <a:r>
              <a:rPr b="0" lang="en-US" sz="2400" spc="-1" strike="noStrike">
                <a:solidFill>
                  <a:srgbClr val="111111"/>
                </a:solidFill>
                <a:latin typeface="Arial"/>
                <a:ea typeface="Arial"/>
              </a:rPr>
              <a:t>1</a:t>
            </a:r>
            <a:endParaRPr b="0" lang="en-US"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36"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37"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38" name=""/>
          <p:cNvSpPr txBox="1"/>
          <p:nvPr/>
        </p:nvSpPr>
        <p:spPr>
          <a:xfrm>
            <a:off x="3009960" y="3065760"/>
            <a:ext cx="610200" cy="442440"/>
          </a:xfrm>
          <a:prstGeom prst="rect">
            <a:avLst/>
          </a:prstGeom>
          <a:noFill/>
          <a:ln w="0">
            <a:noFill/>
          </a:ln>
        </p:spPr>
        <p:txBody>
          <a:bodyPr wrap="none" lIns="0" rIns="0" tIns="0" bIns="0" anchor="t">
            <a:noAutofit/>
          </a:bodyPr>
          <a:p>
            <a:r>
              <a:rPr b="0" lang="zh-CN" sz="2400" spc="-1" strike="noStrike">
                <a:solidFill>
                  <a:srgbClr val="0b4b78"/>
                </a:solidFill>
                <a:latin typeface="NotoSansCJKjp"/>
                <a:ea typeface="NotoSansCJKjp"/>
              </a:rPr>
              <a:t>⽬次</a:t>
            </a:r>
            <a:endParaRPr b="0" lang="en-US" sz="2400" spc="-1" strike="noStrike">
              <a:solidFill>
                <a:srgbClr val="000000"/>
              </a:solidFill>
              <a:latin typeface="Times New Roman"/>
            </a:endParaRPr>
          </a:p>
        </p:txBody>
      </p:sp>
      <p:sp>
        <p:nvSpPr>
          <p:cNvPr id="39" name=""/>
          <p:cNvSpPr txBox="1"/>
          <p:nvPr/>
        </p:nvSpPr>
        <p:spPr>
          <a:xfrm>
            <a:off x="3619440" y="3143520"/>
            <a:ext cx="304560" cy="340200"/>
          </a:xfrm>
          <a:prstGeom prst="rect">
            <a:avLst/>
          </a:prstGeom>
          <a:noFill/>
          <a:ln w="0">
            <a:noFill/>
          </a:ln>
        </p:spPr>
        <p:txBody>
          <a:bodyPr wrap="none" lIns="0" rIns="0" tIns="0" bIns="0" anchor="t">
            <a:noAutofit/>
          </a:bodyPr>
          <a:p>
            <a:r>
              <a:rPr b="1" lang="en-US" sz="2400" spc="-1" strike="noStrike">
                <a:solidFill>
                  <a:srgbClr val="0b4b78"/>
                </a:solidFill>
                <a:latin typeface="Arial"/>
                <a:ea typeface="Arial"/>
              </a:rPr>
              <a:t>1</a:t>
            </a:r>
            <a:endParaRPr b="0" lang="en-US" sz="2400" spc="-1" strike="noStrike">
              <a:solidFill>
                <a:srgbClr val="000000"/>
              </a:solidFill>
              <a:latin typeface="Times New Roman"/>
            </a:endParaRPr>
          </a:p>
        </p:txBody>
      </p:sp>
      <p:sp>
        <p:nvSpPr>
          <p:cNvPr id="40" name=""/>
          <p:cNvSpPr/>
          <p:nvPr/>
        </p:nvSpPr>
        <p:spPr>
          <a:xfrm>
            <a:off x="209520" y="266400"/>
            <a:ext cx="152640" cy="305280"/>
          </a:xfrm>
          <a:custGeom>
            <a:avLst/>
            <a:gdLst/>
            <a:ahLst/>
            <a:rect l="0" t="0" r="r" b="b"/>
            <a:pathLst>
              <a:path w="424" h="848">
                <a:moveTo>
                  <a:pt x="0" y="0"/>
                </a:moveTo>
                <a:lnTo>
                  <a:pt x="424" y="0"/>
                </a:lnTo>
                <a:lnTo>
                  <a:pt x="424" y="848"/>
                </a:lnTo>
                <a:lnTo>
                  <a:pt x="0" y="848"/>
                </a:lnTo>
                <a:lnTo>
                  <a:pt x="0" y="0"/>
                </a:ln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pic>
        <p:nvPicPr>
          <p:cNvPr id="41" name="" descr=""/>
          <p:cNvPicPr/>
          <p:nvPr/>
        </p:nvPicPr>
        <p:blipFill>
          <a:blip r:embed="rId1"/>
          <a:stretch/>
        </p:blipFill>
        <p:spPr>
          <a:xfrm>
            <a:off x="10744200" y="-219240"/>
            <a:ext cx="1256760" cy="1256760"/>
          </a:xfrm>
          <a:prstGeom prst="rect">
            <a:avLst/>
          </a:prstGeom>
          <a:ln w="0">
            <a:noFill/>
          </a:ln>
        </p:spPr>
      </p:pic>
      <p:sp>
        <p:nvSpPr>
          <p:cNvPr id="42" name=""/>
          <p:cNvSpPr/>
          <p:nvPr/>
        </p:nvSpPr>
        <p:spPr>
          <a:xfrm>
            <a:off x="2666880" y="3247920"/>
            <a:ext cx="171720" cy="171720"/>
          </a:xfrm>
          <a:custGeom>
            <a:avLst/>
            <a:gdLst/>
            <a:ahLst/>
            <a:rect l="0" t="0" r="r" b="b"/>
            <a:pathLst>
              <a:path w="477" h="477">
                <a:moveTo>
                  <a:pt x="0" y="0"/>
                </a:moveTo>
                <a:lnTo>
                  <a:pt x="477" y="0"/>
                </a:lnTo>
                <a:lnTo>
                  <a:pt x="477" y="477"/>
                </a:lnTo>
                <a:lnTo>
                  <a:pt x="0" y="477"/>
                </a:lnTo>
                <a:lnTo>
                  <a:pt x="0" y="0"/>
                </a:ln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43" name=""/>
          <p:cNvSpPr txBox="1"/>
          <p:nvPr/>
        </p:nvSpPr>
        <p:spPr>
          <a:xfrm>
            <a:off x="495360" y="129240"/>
            <a:ext cx="1623960" cy="469800"/>
          </a:xfrm>
          <a:prstGeom prst="rect">
            <a:avLst/>
          </a:prstGeom>
          <a:noFill/>
          <a:ln w="0">
            <a:noFill/>
          </a:ln>
        </p:spPr>
        <p:txBody>
          <a:bodyPr wrap="none" lIns="0" rIns="0" tIns="0" bIns="0" anchor="t">
            <a:noAutofit/>
          </a:bodyPr>
          <a:p>
            <a:r>
              <a:rPr b="0" lang="zh-CN" sz="2550" spc="-1" strike="noStrike">
                <a:solidFill>
                  <a:srgbClr val="111111"/>
                </a:solidFill>
                <a:latin typeface="NotoSansCJKjp"/>
                <a:ea typeface="NotoSansCJKjp"/>
              </a:rPr>
              <a:t>アジェンダ</a:t>
            </a:r>
            <a:endParaRPr b="0" lang="en-US" sz="2550" spc="-1" strike="noStrike">
              <a:solidFill>
                <a:srgbClr val="000000"/>
              </a:solidFill>
              <a:latin typeface="Times New Roman"/>
            </a:endParaRPr>
          </a:p>
        </p:txBody>
      </p:sp>
      <p:sp>
        <p:nvSpPr>
          <p:cNvPr id="44" name=""/>
          <p:cNvSpPr txBox="1"/>
          <p:nvPr/>
        </p:nvSpPr>
        <p:spPr>
          <a:xfrm>
            <a:off x="11946240" y="6458400"/>
            <a:ext cx="304560" cy="340200"/>
          </a:xfrm>
          <a:prstGeom prst="rect">
            <a:avLst/>
          </a:prstGeom>
          <a:noFill/>
          <a:ln w="0">
            <a:noFill/>
          </a:ln>
        </p:spPr>
        <p:txBody>
          <a:bodyPr wrap="none" lIns="0" rIns="0" tIns="0" bIns="0" anchor="t">
            <a:noAutofit/>
          </a:bodyPr>
          <a:p>
            <a:r>
              <a:rPr b="0" lang="en-US" sz="2400" spc="-1" strike="noStrike">
                <a:solidFill>
                  <a:srgbClr val="111111"/>
                </a:solidFill>
                <a:latin typeface="Arial"/>
                <a:ea typeface="Arial"/>
              </a:rPr>
              <a:t>2</a:t>
            </a:r>
            <a:endParaRPr b="0" lang="en-US"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46"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47"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c9c9c9"/>
          </a:solidFill>
          <a:ln w="0">
            <a:noFill/>
          </a:ln>
        </p:spPr>
        <p:txBody>
          <a:bodyPr lIns="0" rIns="0" tIns="0" bIns="0" anchor="t">
            <a:noAutofit/>
          </a:bodyPr>
          <a:p>
            <a:endParaRPr b="0" lang="en-US" sz="2400" spc="-1" strike="noStrike">
              <a:solidFill>
                <a:srgbClr val="000000"/>
              </a:solidFill>
              <a:latin typeface="Times New Roman"/>
            </a:endParaRPr>
          </a:p>
        </p:txBody>
      </p:sp>
      <p:sp>
        <p:nvSpPr>
          <p:cNvPr id="48" name=""/>
          <p:cNvSpPr/>
          <p:nvPr/>
        </p:nvSpPr>
        <p:spPr>
          <a:xfrm>
            <a:off x="228240" y="228240"/>
            <a:ext cx="11735280" cy="6401160"/>
          </a:xfrm>
          <a:custGeom>
            <a:avLst/>
            <a:gdLst/>
            <a:ahLst/>
            <a:rect l="0" t="0" r="r" b="b"/>
            <a:pathLst>
              <a:path w="32598" h="17781">
                <a:moveTo>
                  <a:pt x="530" y="0"/>
                </a:moveTo>
                <a:lnTo>
                  <a:pt x="32069" y="0"/>
                </a:lnTo>
                <a:cubicBezTo>
                  <a:pt x="32104" y="0"/>
                  <a:pt x="32138" y="4"/>
                  <a:pt x="32172" y="11"/>
                </a:cubicBezTo>
                <a:cubicBezTo>
                  <a:pt x="32206" y="17"/>
                  <a:pt x="32239" y="27"/>
                  <a:pt x="32271" y="41"/>
                </a:cubicBezTo>
                <a:cubicBezTo>
                  <a:pt x="32304" y="54"/>
                  <a:pt x="32334" y="70"/>
                  <a:pt x="32363" y="90"/>
                </a:cubicBezTo>
                <a:cubicBezTo>
                  <a:pt x="32392" y="109"/>
                  <a:pt x="32419" y="131"/>
                  <a:pt x="32443" y="155"/>
                </a:cubicBezTo>
                <a:cubicBezTo>
                  <a:pt x="32468" y="180"/>
                  <a:pt x="32490" y="207"/>
                  <a:pt x="32509" y="236"/>
                </a:cubicBezTo>
                <a:cubicBezTo>
                  <a:pt x="32528" y="265"/>
                  <a:pt x="32545" y="295"/>
                  <a:pt x="32558" y="327"/>
                </a:cubicBezTo>
                <a:cubicBezTo>
                  <a:pt x="32571" y="359"/>
                  <a:pt x="32581" y="392"/>
                  <a:pt x="32588" y="426"/>
                </a:cubicBezTo>
                <a:cubicBezTo>
                  <a:pt x="32595" y="461"/>
                  <a:pt x="32598" y="495"/>
                  <a:pt x="32598" y="530"/>
                </a:cubicBezTo>
                <a:lnTo>
                  <a:pt x="32598" y="17252"/>
                </a:lnTo>
                <a:cubicBezTo>
                  <a:pt x="32598" y="17287"/>
                  <a:pt x="32595" y="17321"/>
                  <a:pt x="32588" y="17356"/>
                </a:cubicBezTo>
                <a:cubicBezTo>
                  <a:pt x="32581" y="17390"/>
                  <a:pt x="32571" y="17423"/>
                  <a:pt x="32558" y="17455"/>
                </a:cubicBezTo>
                <a:cubicBezTo>
                  <a:pt x="32545" y="17487"/>
                  <a:pt x="32528" y="17517"/>
                  <a:pt x="32509" y="17546"/>
                </a:cubicBezTo>
                <a:cubicBezTo>
                  <a:pt x="32490" y="17575"/>
                  <a:pt x="32468" y="17602"/>
                  <a:pt x="32443" y="17627"/>
                </a:cubicBezTo>
                <a:cubicBezTo>
                  <a:pt x="32419" y="17651"/>
                  <a:pt x="32392" y="17673"/>
                  <a:pt x="32363" y="17692"/>
                </a:cubicBezTo>
                <a:cubicBezTo>
                  <a:pt x="32334" y="17712"/>
                  <a:pt x="32304" y="17728"/>
                  <a:pt x="32271" y="17741"/>
                </a:cubicBezTo>
                <a:cubicBezTo>
                  <a:pt x="32239" y="17755"/>
                  <a:pt x="32206" y="17765"/>
                  <a:pt x="32172" y="17771"/>
                </a:cubicBezTo>
                <a:cubicBezTo>
                  <a:pt x="32138" y="17778"/>
                  <a:pt x="32104" y="17781"/>
                  <a:pt x="32069" y="17781"/>
                </a:cubicBezTo>
                <a:lnTo>
                  <a:pt x="530" y="17781"/>
                </a:lnTo>
                <a:cubicBezTo>
                  <a:pt x="495" y="17781"/>
                  <a:pt x="461" y="17778"/>
                  <a:pt x="426" y="17771"/>
                </a:cubicBezTo>
                <a:cubicBezTo>
                  <a:pt x="392" y="17765"/>
                  <a:pt x="359" y="17755"/>
                  <a:pt x="327" y="17741"/>
                </a:cubicBezTo>
                <a:cubicBezTo>
                  <a:pt x="295" y="17728"/>
                  <a:pt x="265" y="17712"/>
                  <a:pt x="236" y="17692"/>
                </a:cubicBezTo>
                <a:cubicBezTo>
                  <a:pt x="207" y="17673"/>
                  <a:pt x="180" y="17651"/>
                  <a:pt x="155" y="17627"/>
                </a:cubicBezTo>
                <a:cubicBezTo>
                  <a:pt x="131" y="17602"/>
                  <a:pt x="109" y="17575"/>
                  <a:pt x="90" y="17546"/>
                </a:cubicBezTo>
                <a:cubicBezTo>
                  <a:pt x="70" y="17517"/>
                  <a:pt x="54" y="17487"/>
                  <a:pt x="41" y="17455"/>
                </a:cubicBezTo>
                <a:cubicBezTo>
                  <a:pt x="27" y="17423"/>
                  <a:pt x="17" y="17390"/>
                  <a:pt x="11" y="17356"/>
                </a:cubicBezTo>
                <a:cubicBezTo>
                  <a:pt x="4" y="17321"/>
                  <a:pt x="0" y="17287"/>
                  <a:pt x="0" y="17252"/>
                </a:cubicBezTo>
                <a:lnTo>
                  <a:pt x="0" y="530"/>
                </a:lnTo>
                <a:cubicBezTo>
                  <a:pt x="0" y="495"/>
                  <a:pt x="4" y="461"/>
                  <a:pt x="11" y="426"/>
                </a:cubicBezTo>
                <a:cubicBezTo>
                  <a:pt x="17" y="392"/>
                  <a:pt x="27" y="359"/>
                  <a:pt x="41" y="327"/>
                </a:cubicBezTo>
                <a:cubicBezTo>
                  <a:pt x="54" y="295"/>
                  <a:pt x="70" y="265"/>
                  <a:pt x="90" y="236"/>
                </a:cubicBezTo>
                <a:cubicBezTo>
                  <a:pt x="109" y="207"/>
                  <a:pt x="131" y="180"/>
                  <a:pt x="155" y="155"/>
                </a:cubicBezTo>
                <a:cubicBezTo>
                  <a:pt x="180" y="131"/>
                  <a:pt x="207" y="109"/>
                  <a:pt x="236" y="90"/>
                </a:cubicBezTo>
                <a:cubicBezTo>
                  <a:pt x="265" y="70"/>
                  <a:pt x="295" y="54"/>
                  <a:pt x="327" y="41"/>
                </a:cubicBezTo>
                <a:cubicBezTo>
                  <a:pt x="359" y="27"/>
                  <a:pt x="392" y="17"/>
                  <a:pt x="426" y="11"/>
                </a:cubicBezTo>
                <a:cubicBezTo>
                  <a:pt x="461" y="4"/>
                  <a:pt x="495" y="0"/>
                  <a:pt x="530" y="0"/>
                </a:cubicBez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pic>
        <p:nvPicPr>
          <p:cNvPr id="49" name="" descr=""/>
          <p:cNvPicPr/>
          <p:nvPr/>
        </p:nvPicPr>
        <p:blipFill>
          <a:blip r:embed="rId1"/>
          <a:stretch/>
        </p:blipFill>
        <p:spPr>
          <a:xfrm>
            <a:off x="10515600" y="38160"/>
            <a:ext cx="1142640" cy="1142640"/>
          </a:xfrm>
          <a:prstGeom prst="rect">
            <a:avLst/>
          </a:prstGeom>
          <a:ln w="0">
            <a:noFill/>
          </a:ln>
        </p:spPr>
      </p:pic>
      <p:sp>
        <p:nvSpPr>
          <p:cNvPr id="50" name=""/>
          <p:cNvSpPr txBox="1"/>
          <p:nvPr/>
        </p:nvSpPr>
        <p:spPr>
          <a:xfrm>
            <a:off x="533520" y="870120"/>
            <a:ext cx="3862440" cy="399600"/>
          </a:xfrm>
          <a:prstGeom prst="rect">
            <a:avLst/>
          </a:prstGeom>
          <a:noFill/>
          <a:ln w="0">
            <a:noFill/>
          </a:ln>
        </p:spPr>
        <p:txBody>
          <a:bodyPr wrap="none" lIns="0" rIns="0" tIns="0" bIns="0" anchor="t">
            <a:noAutofit/>
          </a:bodyPr>
          <a:p>
            <a:r>
              <a:rPr b="0" lang="zh-CN" sz="2170" spc="-1" strike="noStrike">
                <a:solidFill>
                  <a:srgbClr val="111111"/>
                </a:solidFill>
                <a:latin typeface="NotoSansCJKjp"/>
                <a:ea typeface="NotoSansCJKjp"/>
              </a:rPr>
              <a:t>このスライドで伝えたい内容を</a:t>
            </a:r>
            <a:endParaRPr b="0" lang="en-US" sz="2170" spc="-1" strike="noStrike">
              <a:solidFill>
                <a:srgbClr val="000000"/>
              </a:solidFill>
              <a:latin typeface="Times New Roman"/>
            </a:endParaRPr>
          </a:p>
        </p:txBody>
      </p:sp>
      <p:sp>
        <p:nvSpPr>
          <p:cNvPr id="51" name=""/>
          <p:cNvSpPr txBox="1"/>
          <p:nvPr/>
        </p:nvSpPr>
        <p:spPr>
          <a:xfrm>
            <a:off x="4400640" y="940680"/>
            <a:ext cx="275760" cy="308160"/>
          </a:xfrm>
          <a:prstGeom prst="rect">
            <a:avLst/>
          </a:prstGeom>
          <a:noFill/>
          <a:ln w="0">
            <a:noFill/>
          </a:ln>
        </p:spPr>
        <p:txBody>
          <a:bodyPr wrap="none" lIns="0" rIns="0" tIns="0" bIns="0" anchor="t">
            <a:noAutofit/>
          </a:bodyPr>
          <a:p>
            <a:r>
              <a:rPr b="0" lang="en-US" sz="2170" spc="-1" strike="noStrike">
                <a:solidFill>
                  <a:srgbClr val="111111"/>
                </a:solidFill>
                <a:latin typeface="Arial"/>
                <a:ea typeface="Arial"/>
              </a:rPr>
              <a:t>1</a:t>
            </a:r>
            <a:endParaRPr b="0" lang="en-US" sz="2170" spc="-1" strike="noStrike">
              <a:solidFill>
                <a:srgbClr val="000000"/>
              </a:solidFill>
              <a:latin typeface="Times New Roman"/>
            </a:endParaRPr>
          </a:p>
        </p:txBody>
      </p:sp>
      <p:sp>
        <p:nvSpPr>
          <p:cNvPr id="52" name=""/>
          <p:cNvSpPr txBox="1"/>
          <p:nvPr/>
        </p:nvSpPr>
        <p:spPr>
          <a:xfrm>
            <a:off x="4554000" y="870120"/>
            <a:ext cx="1104120" cy="399600"/>
          </a:xfrm>
          <a:prstGeom prst="rect">
            <a:avLst/>
          </a:prstGeom>
          <a:noFill/>
          <a:ln w="0">
            <a:noFill/>
          </a:ln>
        </p:spPr>
        <p:txBody>
          <a:bodyPr wrap="none" lIns="0" rIns="0" tIns="0" bIns="0" anchor="t">
            <a:noAutofit/>
          </a:bodyPr>
          <a:p>
            <a:r>
              <a:rPr b="0" lang="zh-CN" sz="2170" spc="-1" strike="noStrike">
                <a:solidFill>
                  <a:srgbClr val="111111"/>
                </a:solidFill>
                <a:latin typeface="NotoSansCJKjp"/>
                <a:ea typeface="NotoSansCJKjp"/>
              </a:rPr>
              <a:t>⾏で説明</a:t>
            </a:r>
            <a:endParaRPr b="0" lang="en-US" sz="2170" spc="-1" strike="noStrike">
              <a:solidFill>
                <a:srgbClr val="000000"/>
              </a:solidFill>
              <a:latin typeface="Times New Roman"/>
            </a:endParaRPr>
          </a:p>
        </p:txBody>
      </p:sp>
      <p:sp>
        <p:nvSpPr>
          <p:cNvPr id="53" name=""/>
          <p:cNvSpPr/>
          <p:nvPr/>
        </p:nvSpPr>
        <p:spPr>
          <a:xfrm>
            <a:off x="533160" y="561960"/>
            <a:ext cx="267120" cy="57240"/>
          </a:xfrm>
          <a:custGeom>
            <a:avLst/>
            <a:gdLst/>
            <a:ahLst/>
            <a:rect l="0" t="0" r="r" b="b"/>
            <a:pathLst>
              <a:path w="742" h="159">
                <a:moveTo>
                  <a:pt x="0" y="106"/>
                </a:moveTo>
                <a:lnTo>
                  <a:pt x="0" y="52"/>
                </a:lnTo>
                <a:cubicBezTo>
                  <a:pt x="0" y="45"/>
                  <a:pt x="2" y="39"/>
                  <a:pt x="4" y="32"/>
                </a:cubicBezTo>
                <a:cubicBezTo>
                  <a:pt x="7" y="26"/>
                  <a:pt x="11" y="20"/>
                  <a:pt x="16" y="15"/>
                </a:cubicBezTo>
                <a:cubicBezTo>
                  <a:pt x="21" y="10"/>
                  <a:pt x="26" y="6"/>
                  <a:pt x="33" y="4"/>
                </a:cubicBezTo>
                <a:cubicBezTo>
                  <a:pt x="39" y="1"/>
                  <a:pt x="46" y="0"/>
                  <a:pt x="53" y="0"/>
                </a:cubicBezTo>
                <a:lnTo>
                  <a:pt x="689" y="0"/>
                </a:lnTo>
                <a:cubicBezTo>
                  <a:pt x="696" y="0"/>
                  <a:pt x="703" y="1"/>
                  <a:pt x="709" y="4"/>
                </a:cubicBezTo>
                <a:cubicBezTo>
                  <a:pt x="716" y="6"/>
                  <a:pt x="722" y="10"/>
                  <a:pt x="727" y="15"/>
                </a:cubicBezTo>
                <a:cubicBezTo>
                  <a:pt x="731" y="20"/>
                  <a:pt x="735" y="26"/>
                  <a:pt x="738" y="32"/>
                </a:cubicBezTo>
                <a:cubicBezTo>
                  <a:pt x="741" y="39"/>
                  <a:pt x="742" y="45"/>
                  <a:pt x="742" y="52"/>
                </a:cubicBezTo>
                <a:lnTo>
                  <a:pt x="742" y="106"/>
                </a:lnTo>
                <a:cubicBezTo>
                  <a:pt x="742" y="113"/>
                  <a:pt x="741" y="120"/>
                  <a:pt x="738" y="127"/>
                </a:cubicBezTo>
                <a:cubicBezTo>
                  <a:pt x="735" y="133"/>
                  <a:pt x="731" y="139"/>
                  <a:pt x="727" y="144"/>
                </a:cubicBezTo>
                <a:cubicBezTo>
                  <a:pt x="722" y="149"/>
                  <a:pt x="716" y="153"/>
                  <a:pt x="709" y="155"/>
                </a:cubicBezTo>
                <a:cubicBezTo>
                  <a:pt x="703" y="158"/>
                  <a:pt x="696" y="159"/>
                  <a:pt x="689" y="159"/>
                </a:cubicBezTo>
                <a:lnTo>
                  <a:pt x="53" y="159"/>
                </a:lnTo>
                <a:cubicBezTo>
                  <a:pt x="46" y="159"/>
                  <a:pt x="39" y="158"/>
                  <a:pt x="33" y="155"/>
                </a:cubicBezTo>
                <a:cubicBezTo>
                  <a:pt x="26" y="153"/>
                  <a:pt x="21" y="149"/>
                  <a:pt x="16" y="144"/>
                </a:cubicBezTo>
                <a:cubicBezTo>
                  <a:pt x="11" y="139"/>
                  <a:pt x="7" y="133"/>
                  <a:pt x="4" y="127"/>
                </a:cubicBezTo>
                <a:cubicBezTo>
                  <a:pt x="2" y="120"/>
                  <a:pt x="0" y="113"/>
                  <a:pt x="0" y="106"/>
                </a:cubicBez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54" name=""/>
          <p:cNvSpPr txBox="1"/>
          <p:nvPr/>
        </p:nvSpPr>
        <p:spPr>
          <a:xfrm>
            <a:off x="914400" y="351000"/>
            <a:ext cx="1491120" cy="360000"/>
          </a:xfrm>
          <a:prstGeom prst="rect">
            <a:avLst/>
          </a:prstGeom>
          <a:noFill/>
          <a:ln w="0">
            <a:noFill/>
          </a:ln>
        </p:spPr>
        <p:txBody>
          <a:bodyPr wrap="none" lIns="0" rIns="0" tIns="0" bIns="0" anchor="t">
            <a:noAutofit/>
          </a:bodyPr>
          <a:p>
            <a:r>
              <a:rPr b="0" lang="zh-CN" sz="1950" spc="-1" strike="noStrike">
                <a:solidFill>
                  <a:srgbClr val="111111"/>
                </a:solidFill>
                <a:latin typeface="NotoSansCJKjp"/>
                <a:ea typeface="NotoSansCJKjp"/>
              </a:rPr>
              <a:t>⾒出しを⼊⼒</a:t>
            </a:r>
            <a:endParaRPr b="0" lang="en-US" sz="1950" spc="-1" strike="noStrike">
              <a:solidFill>
                <a:srgbClr val="000000"/>
              </a:solidFill>
              <a:latin typeface="Times New Roman"/>
            </a:endParaRPr>
          </a:p>
        </p:txBody>
      </p:sp>
      <p:sp>
        <p:nvSpPr>
          <p:cNvPr id="55" name=""/>
          <p:cNvSpPr txBox="1"/>
          <p:nvPr/>
        </p:nvSpPr>
        <p:spPr>
          <a:xfrm>
            <a:off x="11946240" y="6458400"/>
            <a:ext cx="304560" cy="340200"/>
          </a:xfrm>
          <a:prstGeom prst="rect">
            <a:avLst/>
          </a:prstGeom>
          <a:noFill/>
          <a:ln w="0">
            <a:noFill/>
          </a:ln>
        </p:spPr>
        <p:txBody>
          <a:bodyPr wrap="none" lIns="0" rIns="0" tIns="0" bIns="0" anchor="t">
            <a:noAutofit/>
          </a:bodyPr>
          <a:p>
            <a:r>
              <a:rPr b="0" lang="en-US" sz="2400" spc="-1" strike="noStrike">
                <a:solidFill>
                  <a:srgbClr val="111111"/>
                </a:solidFill>
                <a:latin typeface="Arial"/>
                <a:ea typeface="Arial"/>
              </a:rPr>
              <a:t>3</a:t>
            </a:r>
            <a:endParaRPr b="0" lang="en-US"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57"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58"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c9c9c9"/>
          </a:solidFill>
          <a:ln w="0">
            <a:noFill/>
          </a:ln>
        </p:spPr>
        <p:txBody>
          <a:bodyPr lIns="0" rIns="0" tIns="0" bIns="0" anchor="t">
            <a:noAutofit/>
          </a:bodyPr>
          <a:p>
            <a:endParaRPr b="0" lang="en-US" sz="2400" spc="-1" strike="noStrike">
              <a:solidFill>
                <a:srgbClr val="000000"/>
              </a:solidFill>
              <a:latin typeface="Times New Roman"/>
            </a:endParaRPr>
          </a:p>
        </p:txBody>
      </p:sp>
      <p:sp>
        <p:nvSpPr>
          <p:cNvPr id="59" name=""/>
          <p:cNvSpPr/>
          <p:nvPr/>
        </p:nvSpPr>
        <p:spPr>
          <a:xfrm>
            <a:off x="228240" y="228240"/>
            <a:ext cx="11735280" cy="6401160"/>
          </a:xfrm>
          <a:custGeom>
            <a:avLst/>
            <a:gdLst/>
            <a:ahLst/>
            <a:rect l="0" t="0" r="r" b="b"/>
            <a:pathLst>
              <a:path w="32598" h="17781">
                <a:moveTo>
                  <a:pt x="530" y="0"/>
                </a:moveTo>
                <a:lnTo>
                  <a:pt x="32069" y="0"/>
                </a:lnTo>
                <a:cubicBezTo>
                  <a:pt x="32104" y="0"/>
                  <a:pt x="32138" y="4"/>
                  <a:pt x="32172" y="11"/>
                </a:cubicBezTo>
                <a:cubicBezTo>
                  <a:pt x="32206" y="17"/>
                  <a:pt x="32239" y="27"/>
                  <a:pt x="32271" y="41"/>
                </a:cubicBezTo>
                <a:cubicBezTo>
                  <a:pt x="32304" y="54"/>
                  <a:pt x="32334" y="70"/>
                  <a:pt x="32363" y="90"/>
                </a:cubicBezTo>
                <a:cubicBezTo>
                  <a:pt x="32392" y="109"/>
                  <a:pt x="32419" y="131"/>
                  <a:pt x="32443" y="155"/>
                </a:cubicBezTo>
                <a:cubicBezTo>
                  <a:pt x="32468" y="180"/>
                  <a:pt x="32490" y="207"/>
                  <a:pt x="32509" y="236"/>
                </a:cubicBezTo>
                <a:cubicBezTo>
                  <a:pt x="32528" y="265"/>
                  <a:pt x="32545" y="295"/>
                  <a:pt x="32558" y="327"/>
                </a:cubicBezTo>
                <a:cubicBezTo>
                  <a:pt x="32571" y="359"/>
                  <a:pt x="32581" y="392"/>
                  <a:pt x="32588" y="426"/>
                </a:cubicBezTo>
                <a:cubicBezTo>
                  <a:pt x="32595" y="461"/>
                  <a:pt x="32598" y="495"/>
                  <a:pt x="32598" y="530"/>
                </a:cubicBezTo>
                <a:lnTo>
                  <a:pt x="32598" y="17252"/>
                </a:lnTo>
                <a:cubicBezTo>
                  <a:pt x="32598" y="17287"/>
                  <a:pt x="32595" y="17321"/>
                  <a:pt x="32588" y="17356"/>
                </a:cubicBezTo>
                <a:cubicBezTo>
                  <a:pt x="32581" y="17390"/>
                  <a:pt x="32571" y="17423"/>
                  <a:pt x="32558" y="17455"/>
                </a:cubicBezTo>
                <a:cubicBezTo>
                  <a:pt x="32545" y="17487"/>
                  <a:pt x="32528" y="17517"/>
                  <a:pt x="32509" y="17546"/>
                </a:cubicBezTo>
                <a:cubicBezTo>
                  <a:pt x="32490" y="17575"/>
                  <a:pt x="32468" y="17602"/>
                  <a:pt x="32443" y="17627"/>
                </a:cubicBezTo>
                <a:cubicBezTo>
                  <a:pt x="32419" y="17651"/>
                  <a:pt x="32392" y="17673"/>
                  <a:pt x="32363" y="17692"/>
                </a:cubicBezTo>
                <a:cubicBezTo>
                  <a:pt x="32334" y="17712"/>
                  <a:pt x="32304" y="17728"/>
                  <a:pt x="32271" y="17741"/>
                </a:cubicBezTo>
                <a:cubicBezTo>
                  <a:pt x="32239" y="17755"/>
                  <a:pt x="32206" y="17765"/>
                  <a:pt x="32172" y="17771"/>
                </a:cubicBezTo>
                <a:cubicBezTo>
                  <a:pt x="32138" y="17778"/>
                  <a:pt x="32104" y="17781"/>
                  <a:pt x="32069" y="17781"/>
                </a:cubicBezTo>
                <a:lnTo>
                  <a:pt x="530" y="17781"/>
                </a:lnTo>
                <a:cubicBezTo>
                  <a:pt x="495" y="17781"/>
                  <a:pt x="461" y="17778"/>
                  <a:pt x="426" y="17771"/>
                </a:cubicBezTo>
                <a:cubicBezTo>
                  <a:pt x="392" y="17765"/>
                  <a:pt x="359" y="17755"/>
                  <a:pt x="327" y="17741"/>
                </a:cubicBezTo>
                <a:cubicBezTo>
                  <a:pt x="295" y="17728"/>
                  <a:pt x="265" y="17712"/>
                  <a:pt x="236" y="17692"/>
                </a:cubicBezTo>
                <a:cubicBezTo>
                  <a:pt x="207" y="17673"/>
                  <a:pt x="180" y="17651"/>
                  <a:pt x="155" y="17627"/>
                </a:cubicBezTo>
                <a:cubicBezTo>
                  <a:pt x="131" y="17602"/>
                  <a:pt x="109" y="17575"/>
                  <a:pt x="90" y="17546"/>
                </a:cubicBezTo>
                <a:cubicBezTo>
                  <a:pt x="70" y="17517"/>
                  <a:pt x="54" y="17487"/>
                  <a:pt x="41" y="17455"/>
                </a:cubicBezTo>
                <a:cubicBezTo>
                  <a:pt x="27" y="17423"/>
                  <a:pt x="17" y="17390"/>
                  <a:pt x="11" y="17356"/>
                </a:cubicBezTo>
                <a:cubicBezTo>
                  <a:pt x="4" y="17321"/>
                  <a:pt x="0" y="17287"/>
                  <a:pt x="0" y="17252"/>
                </a:cubicBezTo>
                <a:lnTo>
                  <a:pt x="0" y="530"/>
                </a:lnTo>
                <a:cubicBezTo>
                  <a:pt x="0" y="495"/>
                  <a:pt x="4" y="461"/>
                  <a:pt x="11" y="426"/>
                </a:cubicBezTo>
                <a:cubicBezTo>
                  <a:pt x="17" y="392"/>
                  <a:pt x="27" y="359"/>
                  <a:pt x="41" y="327"/>
                </a:cubicBezTo>
                <a:cubicBezTo>
                  <a:pt x="54" y="295"/>
                  <a:pt x="70" y="265"/>
                  <a:pt x="90" y="236"/>
                </a:cubicBezTo>
                <a:cubicBezTo>
                  <a:pt x="109" y="207"/>
                  <a:pt x="131" y="180"/>
                  <a:pt x="155" y="155"/>
                </a:cubicBezTo>
                <a:cubicBezTo>
                  <a:pt x="180" y="131"/>
                  <a:pt x="207" y="109"/>
                  <a:pt x="236" y="90"/>
                </a:cubicBezTo>
                <a:cubicBezTo>
                  <a:pt x="265" y="70"/>
                  <a:pt x="295" y="54"/>
                  <a:pt x="327" y="41"/>
                </a:cubicBezTo>
                <a:cubicBezTo>
                  <a:pt x="359" y="27"/>
                  <a:pt x="392" y="17"/>
                  <a:pt x="426" y="11"/>
                </a:cubicBezTo>
                <a:cubicBezTo>
                  <a:pt x="461" y="4"/>
                  <a:pt x="495" y="0"/>
                  <a:pt x="530" y="0"/>
                </a:cubicBez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pic>
        <p:nvPicPr>
          <p:cNvPr id="60" name="" descr=""/>
          <p:cNvPicPr/>
          <p:nvPr/>
        </p:nvPicPr>
        <p:blipFill>
          <a:blip r:embed="rId1"/>
          <a:stretch/>
        </p:blipFill>
        <p:spPr>
          <a:xfrm>
            <a:off x="10515600" y="38160"/>
            <a:ext cx="1142640" cy="1142640"/>
          </a:xfrm>
          <a:prstGeom prst="rect">
            <a:avLst/>
          </a:prstGeom>
          <a:ln w="0">
            <a:noFill/>
          </a:ln>
        </p:spPr>
      </p:pic>
      <p:pic>
        <p:nvPicPr>
          <p:cNvPr id="61" name="" descr=""/>
          <p:cNvPicPr/>
          <p:nvPr/>
        </p:nvPicPr>
        <p:blipFill>
          <a:blip r:embed="rId2"/>
          <a:stretch/>
        </p:blipFill>
        <p:spPr>
          <a:xfrm>
            <a:off x="1343160" y="895320"/>
            <a:ext cx="666360" cy="666360"/>
          </a:xfrm>
          <a:prstGeom prst="rect">
            <a:avLst/>
          </a:prstGeom>
          <a:ln w="0">
            <a:noFill/>
          </a:ln>
        </p:spPr>
      </p:pic>
      <p:sp>
        <p:nvSpPr>
          <p:cNvPr id="62" name=""/>
          <p:cNvSpPr/>
          <p:nvPr/>
        </p:nvSpPr>
        <p:spPr>
          <a:xfrm>
            <a:off x="533160" y="561960"/>
            <a:ext cx="267120" cy="57240"/>
          </a:xfrm>
          <a:custGeom>
            <a:avLst/>
            <a:gdLst/>
            <a:ahLst/>
            <a:rect l="0" t="0" r="r" b="b"/>
            <a:pathLst>
              <a:path w="742" h="159">
                <a:moveTo>
                  <a:pt x="0" y="106"/>
                </a:moveTo>
                <a:lnTo>
                  <a:pt x="0" y="52"/>
                </a:lnTo>
                <a:cubicBezTo>
                  <a:pt x="0" y="45"/>
                  <a:pt x="2" y="39"/>
                  <a:pt x="4" y="32"/>
                </a:cubicBezTo>
                <a:cubicBezTo>
                  <a:pt x="7" y="26"/>
                  <a:pt x="11" y="20"/>
                  <a:pt x="16" y="15"/>
                </a:cubicBezTo>
                <a:cubicBezTo>
                  <a:pt x="21" y="10"/>
                  <a:pt x="26" y="6"/>
                  <a:pt x="33" y="4"/>
                </a:cubicBezTo>
                <a:cubicBezTo>
                  <a:pt x="39" y="1"/>
                  <a:pt x="46" y="0"/>
                  <a:pt x="53" y="0"/>
                </a:cubicBezTo>
                <a:lnTo>
                  <a:pt x="689" y="0"/>
                </a:lnTo>
                <a:cubicBezTo>
                  <a:pt x="696" y="0"/>
                  <a:pt x="703" y="1"/>
                  <a:pt x="709" y="4"/>
                </a:cubicBezTo>
                <a:cubicBezTo>
                  <a:pt x="716" y="6"/>
                  <a:pt x="722" y="10"/>
                  <a:pt x="727" y="15"/>
                </a:cubicBezTo>
                <a:cubicBezTo>
                  <a:pt x="731" y="20"/>
                  <a:pt x="735" y="26"/>
                  <a:pt x="738" y="32"/>
                </a:cubicBezTo>
                <a:cubicBezTo>
                  <a:pt x="741" y="39"/>
                  <a:pt x="742" y="45"/>
                  <a:pt x="742" y="52"/>
                </a:cubicBezTo>
                <a:lnTo>
                  <a:pt x="742" y="106"/>
                </a:lnTo>
                <a:cubicBezTo>
                  <a:pt x="742" y="113"/>
                  <a:pt x="741" y="120"/>
                  <a:pt x="738" y="127"/>
                </a:cubicBezTo>
                <a:cubicBezTo>
                  <a:pt x="735" y="133"/>
                  <a:pt x="731" y="139"/>
                  <a:pt x="727" y="144"/>
                </a:cubicBezTo>
                <a:cubicBezTo>
                  <a:pt x="722" y="149"/>
                  <a:pt x="716" y="153"/>
                  <a:pt x="709" y="155"/>
                </a:cubicBezTo>
                <a:cubicBezTo>
                  <a:pt x="703" y="158"/>
                  <a:pt x="696" y="159"/>
                  <a:pt x="689" y="159"/>
                </a:cubicBezTo>
                <a:lnTo>
                  <a:pt x="53" y="159"/>
                </a:lnTo>
                <a:cubicBezTo>
                  <a:pt x="46" y="159"/>
                  <a:pt x="39" y="158"/>
                  <a:pt x="33" y="155"/>
                </a:cubicBezTo>
                <a:cubicBezTo>
                  <a:pt x="26" y="153"/>
                  <a:pt x="21" y="149"/>
                  <a:pt x="16" y="144"/>
                </a:cubicBezTo>
                <a:cubicBezTo>
                  <a:pt x="11" y="139"/>
                  <a:pt x="7" y="133"/>
                  <a:pt x="4" y="127"/>
                </a:cubicBezTo>
                <a:cubicBezTo>
                  <a:pt x="2" y="120"/>
                  <a:pt x="0" y="113"/>
                  <a:pt x="0" y="106"/>
                </a:cubicBez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63" name=""/>
          <p:cNvSpPr txBox="1"/>
          <p:nvPr/>
        </p:nvSpPr>
        <p:spPr>
          <a:xfrm>
            <a:off x="914400" y="351000"/>
            <a:ext cx="1491120" cy="360000"/>
          </a:xfrm>
          <a:prstGeom prst="rect">
            <a:avLst/>
          </a:prstGeom>
          <a:noFill/>
          <a:ln w="0">
            <a:noFill/>
          </a:ln>
        </p:spPr>
        <p:txBody>
          <a:bodyPr wrap="none" lIns="0" rIns="0" tIns="0" bIns="0" anchor="t">
            <a:noAutofit/>
          </a:bodyPr>
          <a:p>
            <a:r>
              <a:rPr b="0" lang="zh-CN" sz="1950" spc="-1" strike="noStrike">
                <a:solidFill>
                  <a:srgbClr val="111111"/>
                </a:solidFill>
                <a:latin typeface="NotoSansCJKjp"/>
                <a:ea typeface="NotoSansCJKjp"/>
              </a:rPr>
              <a:t>画像サンプル</a:t>
            </a:r>
            <a:endParaRPr b="0" lang="en-US" sz="1950" spc="-1" strike="noStrike">
              <a:solidFill>
                <a:srgbClr val="000000"/>
              </a:solidFill>
              <a:latin typeface="Times New Roman"/>
            </a:endParaRPr>
          </a:p>
        </p:txBody>
      </p:sp>
      <p:sp>
        <p:nvSpPr>
          <p:cNvPr id="64" name=""/>
          <p:cNvSpPr txBox="1"/>
          <p:nvPr/>
        </p:nvSpPr>
        <p:spPr>
          <a:xfrm>
            <a:off x="11946240" y="6458400"/>
            <a:ext cx="304560" cy="340200"/>
          </a:xfrm>
          <a:prstGeom prst="rect">
            <a:avLst/>
          </a:prstGeom>
          <a:noFill/>
          <a:ln w="0">
            <a:noFill/>
          </a:ln>
        </p:spPr>
        <p:txBody>
          <a:bodyPr wrap="none" lIns="0" rIns="0" tIns="0" bIns="0" anchor="t">
            <a:noAutofit/>
          </a:bodyPr>
          <a:p>
            <a:r>
              <a:rPr b="0" lang="en-US" sz="2400" spc="-1" strike="noStrike">
                <a:solidFill>
                  <a:srgbClr val="111111"/>
                </a:solidFill>
                <a:latin typeface="Arial"/>
                <a:ea typeface="Arial"/>
              </a:rPr>
              <a:t>4</a:t>
            </a:r>
            <a:endParaRPr b="0" lang="en-US"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66"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67"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c9c9c9"/>
          </a:solidFill>
          <a:ln w="0">
            <a:noFill/>
          </a:ln>
        </p:spPr>
        <p:txBody>
          <a:bodyPr lIns="0" rIns="0" tIns="0" bIns="0" anchor="t">
            <a:noAutofit/>
          </a:bodyPr>
          <a:p>
            <a:endParaRPr b="0" lang="en-US" sz="2400" spc="-1" strike="noStrike">
              <a:solidFill>
                <a:srgbClr val="000000"/>
              </a:solidFill>
              <a:latin typeface="Times New Roman"/>
            </a:endParaRPr>
          </a:p>
        </p:txBody>
      </p:sp>
      <p:sp>
        <p:nvSpPr>
          <p:cNvPr id="68" name=""/>
          <p:cNvSpPr/>
          <p:nvPr/>
        </p:nvSpPr>
        <p:spPr>
          <a:xfrm>
            <a:off x="228240" y="228240"/>
            <a:ext cx="11735280" cy="6401160"/>
          </a:xfrm>
          <a:custGeom>
            <a:avLst/>
            <a:gdLst/>
            <a:ahLst/>
            <a:rect l="0" t="0" r="r" b="b"/>
            <a:pathLst>
              <a:path w="32598" h="17781">
                <a:moveTo>
                  <a:pt x="530" y="0"/>
                </a:moveTo>
                <a:lnTo>
                  <a:pt x="32069" y="0"/>
                </a:lnTo>
                <a:cubicBezTo>
                  <a:pt x="32104" y="0"/>
                  <a:pt x="32138" y="4"/>
                  <a:pt x="32172" y="11"/>
                </a:cubicBezTo>
                <a:cubicBezTo>
                  <a:pt x="32206" y="17"/>
                  <a:pt x="32239" y="27"/>
                  <a:pt x="32271" y="41"/>
                </a:cubicBezTo>
                <a:cubicBezTo>
                  <a:pt x="32304" y="54"/>
                  <a:pt x="32334" y="70"/>
                  <a:pt x="32363" y="90"/>
                </a:cubicBezTo>
                <a:cubicBezTo>
                  <a:pt x="32392" y="109"/>
                  <a:pt x="32419" y="131"/>
                  <a:pt x="32443" y="155"/>
                </a:cubicBezTo>
                <a:cubicBezTo>
                  <a:pt x="32468" y="180"/>
                  <a:pt x="32490" y="207"/>
                  <a:pt x="32509" y="236"/>
                </a:cubicBezTo>
                <a:cubicBezTo>
                  <a:pt x="32528" y="265"/>
                  <a:pt x="32545" y="295"/>
                  <a:pt x="32558" y="327"/>
                </a:cubicBezTo>
                <a:cubicBezTo>
                  <a:pt x="32571" y="359"/>
                  <a:pt x="32581" y="392"/>
                  <a:pt x="32588" y="426"/>
                </a:cubicBezTo>
                <a:cubicBezTo>
                  <a:pt x="32595" y="461"/>
                  <a:pt x="32598" y="495"/>
                  <a:pt x="32598" y="530"/>
                </a:cubicBezTo>
                <a:lnTo>
                  <a:pt x="32598" y="17252"/>
                </a:lnTo>
                <a:cubicBezTo>
                  <a:pt x="32598" y="17287"/>
                  <a:pt x="32595" y="17321"/>
                  <a:pt x="32588" y="17356"/>
                </a:cubicBezTo>
                <a:cubicBezTo>
                  <a:pt x="32581" y="17390"/>
                  <a:pt x="32571" y="17423"/>
                  <a:pt x="32558" y="17455"/>
                </a:cubicBezTo>
                <a:cubicBezTo>
                  <a:pt x="32545" y="17487"/>
                  <a:pt x="32528" y="17517"/>
                  <a:pt x="32509" y="17546"/>
                </a:cubicBezTo>
                <a:cubicBezTo>
                  <a:pt x="32490" y="17575"/>
                  <a:pt x="32468" y="17602"/>
                  <a:pt x="32443" y="17627"/>
                </a:cubicBezTo>
                <a:cubicBezTo>
                  <a:pt x="32419" y="17651"/>
                  <a:pt x="32392" y="17673"/>
                  <a:pt x="32363" y="17692"/>
                </a:cubicBezTo>
                <a:cubicBezTo>
                  <a:pt x="32334" y="17712"/>
                  <a:pt x="32304" y="17728"/>
                  <a:pt x="32271" y="17741"/>
                </a:cubicBezTo>
                <a:cubicBezTo>
                  <a:pt x="32239" y="17755"/>
                  <a:pt x="32206" y="17765"/>
                  <a:pt x="32172" y="17771"/>
                </a:cubicBezTo>
                <a:cubicBezTo>
                  <a:pt x="32138" y="17778"/>
                  <a:pt x="32104" y="17781"/>
                  <a:pt x="32069" y="17781"/>
                </a:cubicBezTo>
                <a:lnTo>
                  <a:pt x="530" y="17781"/>
                </a:lnTo>
                <a:cubicBezTo>
                  <a:pt x="495" y="17781"/>
                  <a:pt x="461" y="17778"/>
                  <a:pt x="426" y="17771"/>
                </a:cubicBezTo>
                <a:cubicBezTo>
                  <a:pt x="392" y="17765"/>
                  <a:pt x="359" y="17755"/>
                  <a:pt x="327" y="17741"/>
                </a:cubicBezTo>
                <a:cubicBezTo>
                  <a:pt x="295" y="17728"/>
                  <a:pt x="265" y="17712"/>
                  <a:pt x="236" y="17692"/>
                </a:cubicBezTo>
                <a:cubicBezTo>
                  <a:pt x="207" y="17673"/>
                  <a:pt x="180" y="17651"/>
                  <a:pt x="155" y="17627"/>
                </a:cubicBezTo>
                <a:cubicBezTo>
                  <a:pt x="131" y="17602"/>
                  <a:pt x="109" y="17575"/>
                  <a:pt x="90" y="17546"/>
                </a:cubicBezTo>
                <a:cubicBezTo>
                  <a:pt x="70" y="17517"/>
                  <a:pt x="54" y="17487"/>
                  <a:pt x="41" y="17455"/>
                </a:cubicBezTo>
                <a:cubicBezTo>
                  <a:pt x="27" y="17423"/>
                  <a:pt x="17" y="17390"/>
                  <a:pt x="11" y="17356"/>
                </a:cubicBezTo>
                <a:cubicBezTo>
                  <a:pt x="4" y="17321"/>
                  <a:pt x="0" y="17287"/>
                  <a:pt x="0" y="17252"/>
                </a:cubicBezTo>
                <a:lnTo>
                  <a:pt x="0" y="530"/>
                </a:lnTo>
                <a:cubicBezTo>
                  <a:pt x="0" y="495"/>
                  <a:pt x="4" y="461"/>
                  <a:pt x="11" y="426"/>
                </a:cubicBezTo>
                <a:cubicBezTo>
                  <a:pt x="17" y="392"/>
                  <a:pt x="27" y="359"/>
                  <a:pt x="41" y="327"/>
                </a:cubicBezTo>
                <a:cubicBezTo>
                  <a:pt x="54" y="295"/>
                  <a:pt x="70" y="265"/>
                  <a:pt x="90" y="236"/>
                </a:cubicBezTo>
                <a:cubicBezTo>
                  <a:pt x="109" y="207"/>
                  <a:pt x="131" y="180"/>
                  <a:pt x="155" y="155"/>
                </a:cubicBezTo>
                <a:cubicBezTo>
                  <a:pt x="180" y="131"/>
                  <a:pt x="207" y="109"/>
                  <a:pt x="236" y="90"/>
                </a:cubicBezTo>
                <a:cubicBezTo>
                  <a:pt x="265" y="70"/>
                  <a:pt x="295" y="54"/>
                  <a:pt x="327" y="41"/>
                </a:cubicBezTo>
                <a:cubicBezTo>
                  <a:pt x="359" y="27"/>
                  <a:pt x="392" y="17"/>
                  <a:pt x="426" y="11"/>
                </a:cubicBezTo>
                <a:cubicBezTo>
                  <a:pt x="461" y="4"/>
                  <a:pt x="495" y="0"/>
                  <a:pt x="530" y="0"/>
                </a:cubicBez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pic>
        <p:nvPicPr>
          <p:cNvPr id="69" name="" descr=""/>
          <p:cNvPicPr/>
          <p:nvPr/>
        </p:nvPicPr>
        <p:blipFill>
          <a:blip r:embed="rId1"/>
          <a:stretch/>
        </p:blipFill>
        <p:spPr>
          <a:xfrm>
            <a:off x="10515600" y="38160"/>
            <a:ext cx="1142640" cy="1142640"/>
          </a:xfrm>
          <a:prstGeom prst="rect">
            <a:avLst/>
          </a:prstGeom>
          <a:ln w="0">
            <a:noFill/>
          </a:ln>
        </p:spPr>
      </p:pic>
      <p:sp>
        <p:nvSpPr>
          <p:cNvPr id="70" name=""/>
          <p:cNvSpPr/>
          <p:nvPr/>
        </p:nvSpPr>
        <p:spPr>
          <a:xfrm>
            <a:off x="537840" y="975960"/>
            <a:ext cx="11116080" cy="1296000"/>
          </a:xfrm>
          <a:custGeom>
            <a:avLst/>
            <a:gdLst/>
            <a:ahLst/>
            <a:rect l="0" t="0" r="r" b="b"/>
            <a:pathLst>
              <a:path w="30878" h="3600">
                <a:moveTo>
                  <a:pt x="0" y="3401"/>
                </a:moveTo>
                <a:lnTo>
                  <a:pt x="0" y="199"/>
                </a:lnTo>
                <a:cubicBezTo>
                  <a:pt x="0" y="186"/>
                  <a:pt x="2" y="173"/>
                  <a:pt x="4" y="160"/>
                </a:cubicBezTo>
                <a:cubicBezTo>
                  <a:pt x="7" y="147"/>
                  <a:pt x="11" y="135"/>
                  <a:pt x="16" y="123"/>
                </a:cubicBezTo>
                <a:cubicBezTo>
                  <a:pt x="20" y="111"/>
                  <a:pt x="27" y="100"/>
                  <a:pt x="34" y="89"/>
                </a:cubicBezTo>
                <a:cubicBezTo>
                  <a:pt x="41" y="78"/>
                  <a:pt x="49" y="68"/>
                  <a:pt x="59" y="59"/>
                </a:cubicBezTo>
                <a:cubicBezTo>
                  <a:pt x="68" y="49"/>
                  <a:pt x="78" y="41"/>
                  <a:pt x="89" y="34"/>
                </a:cubicBezTo>
                <a:cubicBezTo>
                  <a:pt x="99" y="27"/>
                  <a:pt x="111" y="21"/>
                  <a:pt x="123" y="16"/>
                </a:cubicBezTo>
                <a:cubicBezTo>
                  <a:pt x="135" y="11"/>
                  <a:pt x="147" y="7"/>
                  <a:pt x="160" y="4"/>
                </a:cubicBezTo>
                <a:cubicBezTo>
                  <a:pt x="173" y="2"/>
                  <a:pt x="186" y="0"/>
                  <a:pt x="199" y="0"/>
                </a:cubicBezTo>
                <a:lnTo>
                  <a:pt x="30680" y="0"/>
                </a:lnTo>
                <a:cubicBezTo>
                  <a:pt x="30693" y="0"/>
                  <a:pt x="30706" y="2"/>
                  <a:pt x="30719" y="4"/>
                </a:cubicBezTo>
                <a:cubicBezTo>
                  <a:pt x="30731" y="7"/>
                  <a:pt x="30744" y="11"/>
                  <a:pt x="30756" y="16"/>
                </a:cubicBezTo>
                <a:cubicBezTo>
                  <a:pt x="30768" y="21"/>
                  <a:pt x="30779" y="27"/>
                  <a:pt x="30790" y="34"/>
                </a:cubicBezTo>
                <a:cubicBezTo>
                  <a:pt x="30801" y="41"/>
                  <a:pt x="30811" y="49"/>
                  <a:pt x="30820" y="59"/>
                </a:cubicBezTo>
                <a:cubicBezTo>
                  <a:pt x="30829" y="68"/>
                  <a:pt x="30838" y="78"/>
                  <a:pt x="30845" y="89"/>
                </a:cubicBezTo>
                <a:cubicBezTo>
                  <a:pt x="30852" y="100"/>
                  <a:pt x="30858" y="111"/>
                  <a:pt x="30863" y="123"/>
                </a:cubicBezTo>
                <a:cubicBezTo>
                  <a:pt x="30868" y="135"/>
                  <a:pt x="30872" y="147"/>
                  <a:pt x="30874" y="160"/>
                </a:cubicBezTo>
                <a:cubicBezTo>
                  <a:pt x="30877" y="173"/>
                  <a:pt x="30878" y="186"/>
                  <a:pt x="30878" y="199"/>
                </a:cubicBezTo>
                <a:lnTo>
                  <a:pt x="30878" y="3401"/>
                </a:lnTo>
                <a:cubicBezTo>
                  <a:pt x="30878" y="3414"/>
                  <a:pt x="30877" y="3427"/>
                  <a:pt x="30874" y="3440"/>
                </a:cubicBezTo>
                <a:cubicBezTo>
                  <a:pt x="30872" y="3453"/>
                  <a:pt x="30868" y="3465"/>
                  <a:pt x="30863" y="3477"/>
                </a:cubicBezTo>
                <a:cubicBezTo>
                  <a:pt x="30858" y="3489"/>
                  <a:pt x="30852" y="3501"/>
                  <a:pt x="30845" y="3512"/>
                </a:cubicBezTo>
                <a:cubicBezTo>
                  <a:pt x="30838" y="3522"/>
                  <a:pt x="30829" y="3532"/>
                  <a:pt x="30820" y="3542"/>
                </a:cubicBezTo>
                <a:cubicBezTo>
                  <a:pt x="30811" y="3551"/>
                  <a:pt x="30801" y="3559"/>
                  <a:pt x="30790" y="3566"/>
                </a:cubicBezTo>
                <a:cubicBezTo>
                  <a:pt x="30779" y="3574"/>
                  <a:pt x="30768" y="3580"/>
                  <a:pt x="30756" y="3585"/>
                </a:cubicBezTo>
                <a:cubicBezTo>
                  <a:pt x="30744" y="3590"/>
                  <a:pt x="30731" y="3593"/>
                  <a:pt x="30719" y="3596"/>
                </a:cubicBezTo>
                <a:cubicBezTo>
                  <a:pt x="30706" y="3599"/>
                  <a:pt x="30693" y="3600"/>
                  <a:pt x="30680" y="3600"/>
                </a:cubicBezTo>
                <a:lnTo>
                  <a:pt x="199" y="3600"/>
                </a:lnTo>
                <a:cubicBezTo>
                  <a:pt x="186" y="3600"/>
                  <a:pt x="173" y="3599"/>
                  <a:pt x="160" y="3596"/>
                </a:cubicBezTo>
                <a:cubicBezTo>
                  <a:pt x="147" y="3593"/>
                  <a:pt x="135" y="3590"/>
                  <a:pt x="123" y="3585"/>
                </a:cubicBezTo>
                <a:cubicBezTo>
                  <a:pt x="111" y="3580"/>
                  <a:pt x="99" y="3574"/>
                  <a:pt x="89" y="3566"/>
                </a:cubicBezTo>
                <a:cubicBezTo>
                  <a:pt x="78" y="3559"/>
                  <a:pt x="68" y="3551"/>
                  <a:pt x="59" y="3542"/>
                </a:cubicBezTo>
                <a:cubicBezTo>
                  <a:pt x="49" y="3532"/>
                  <a:pt x="41" y="3522"/>
                  <a:pt x="34" y="3512"/>
                </a:cubicBezTo>
                <a:cubicBezTo>
                  <a:pt x="27" y="3501"/>
                  <a:pt x="20" y="3489"/>
                  <a:pt x="16" y="3477"/>
                </a:cubicBezTo>
                <a:cubicBezTo>
                  <a:pt x="11" y="3465"/>
                  <a:pt x="7" y="3453"/>
                  <a:pt x="4" y="3440"/>
                </a:cubicBezTo>
                <a:cubicBezTo>
                  <a:pt x="2" y="3427"/>
                  <a:pt x="0" y="3414"/>
                  <a:pt x="0" y="3401"/>
                </a:cubicBezTo>
                <a:close/>
              </a:path>
            </a:pathLst>
          </a:custGeom>
          <a:solidFill>
            <a:srgbClr val="f5f7fa"/>
          </a:solidFill>
          <a:ln w="0">
            <a:noFill/>
          </a:ln>
        </p:spPr>
        <p:txBody>
          <a:bodyPr lIns="0" rIns="0" tIns="0" bIns="0" anchor="t">
            <a:noAutofit/>
          </a:bodyPr>
          <a:p>
            <a:endParaRPr b="0" lang="en-US" sz="2400" spc="-1" strike="noStrike">
              <a:solidFill>
                <a:srgbClr val="000000"/>
              </a:solidFill>
              <a:latin typeface="Times New Roman"/>
            </a:endParaRPr>
          </a:p>
        </p:txBody>
      </p:sp>
      <p:sp>
        <p:nvSpPr>
          <p:cNvPr id="71" name=""/>
          <p:cNvSpPr/>
          <p:nvPr/>
        </p:nvSpPr>
        <p:spPr>
          <a:xfrm>
            <a:off x="537840" y="975960"/>
            <a:ext cx="11116080" cy="1296000"/>
          </a:xfrm>
          <a:custGeom>
            <a:avLst/>
            <a:gdLst/>
            <a:ahLst/>
            <a:rect l="0" t="0" r="r" b="b"/>
            <a:pathLst>
              <a:path w="30878" h="3600">
                <a:moveTo>
                  <a:pt x="0" y="3401"/>
                </a:moveTo>
                <a:lnTo>
                  <a:pt x="0" y="199"/>
                </a:lnTo>
                <a:cubicBezTo>
                  <a:pt x="0" y="186"/>
                  <a:pt x="2" y="173"/>
                  <a:pt x="4" y="160"/>
                </a:cubicBezTo>
                <a:cubicBezTo>
                  <a:pt x="7" y="147"/>
                  <a:pt x="11" y="135"/>
                  <a:pt x="16" y="123"/>
                </a:cubicBezTo>
                <a:cubicBezTo>
                  <a:pt x="20" y="111"/>
                  <a:pt x="27" y="100"/>
                  <a:pt x="34" y="89"/>
                </a:cubicBezTo>
                <a:cubicBezTo>
                  <a:pt x="41" y="78"/>
                  <a:pt x="49" y="68"/>
                  <a:pt x="59" y="59"/>
                </a:cubicBezTo>
                <a:cubicBezTo>
                  <a:pt x="68" y="49"/>
                  <a:pt x="78" y="41"/>
                  <a:pt x="89" y="34"/>
                </a:cubicBezTo>
                <a:cubicBezTo>
                  <a:pt x="99" y="27"/>
                  <a:pt x="111" y="21"/>
                  <a:pt x="123" y="16"/>
                </a:cubicBezTo>
                <a:cubicBezTo>
                  <a:pt x="135" y="11"/>
                  <a:pt x="147" y="7"/>
                  <a:pt x="160" y="4"/>
                </a:cubicBezTo>
                <a:cubicBezTo>
                  <a:pt x="173" y="2"/>
                  <a:pt x="186" y="0"/>
                  <a:pt x="199" y="0"/>
                </a:cubicBezTo>
                <a:lnTo>
                  <a:pt x="30680" y="0"/>
                </a:lnTo>
                <a:cubicBezTo>
                  <a:pt x="30693" y="0"/>
                  <a:pt x="30706" y="2"/>
                  <a:pt x="30719" y="4"/>
                </a:cubicBezTo>
                <a:cubicBezTo>
                  <a:pt x="30731" y="7"/>
                  <a:pt x="30744" y="11"/>
                  <a:pt x="30756" y="16"/>
                </a:cubicBezTo>
                <a:cubicBezTo>
                  <a:pt x="30768" y="21"/>
                  <a:pt x="30779" y="27"/>
                  <a:pt x="30790" y="34"/>
                </a:cubicBezTo>
                <a:cubicBezTo>
                  <a:pt x="30801" y="41"/>
                  <a:pt x="30811" y="49"/>
                  <a:pt x="30820" y="59"/>
                </a:cubicBezTo>
                <a:cubicBezTo>
                  <a:pt x="30829" y="68"/>
                  <a:pt x="30838" y="78"/>
                  <a:pt x="30845" y="89"/>
                </a:cubicBezTo>
                <a:cubicBezTo>
                  <a:pt x="30852" y="100"/>
                  <a:pt x="30858" y="111"/>
                  <a:pt x="30863" y="123"/>
                </a:cubicBezTo>
                <a:cubicBezTo>
                  <a:pt x="30868" y="135"/>
                  <a:pt x="30872" y="147"/>
                  <a:pt x="30874" y="160"/>
                </a:cubicBezTo>
                <a:cubicBezTo>
                  <a:pt x="30877" y="173"/>
                  <a:pt x="30878" y="186"/>
                  <a:pt x="30878" y="199"/>
                </a:cubicBezTo>
                <a:lnTo>
                  <a:pt x="30878" y="3401"/>
                </a:lnTo>
                <a:cubicBezTo>
                  <a:pt x="30878" y="3414"/>
                  <a:pt x="30877" y="3427"/>
                  <a:pt x="30874" y="3440"/>
                </a:cubicBezTo>
                <a:cubicBezTo>
                  <a:pt x="30872" y="3453"/>
                  <a:pt x="30868" y="3465"/>
                  <a:pt x="30863" y="3477"/>
                </a:cubicBezTo>
                <a:cubicBezTo>
                  <a:pt x="30858" y="3489"/>
                  <a:pt x="30852" y="3501"/>
                  <a:pt x="30845" y="3512"/>
                </a:cubicBezTo>
                <a:cubicBezTo>
                  <a:pt x="30838" y="3522"/>
                  <a:pt x="30829" y="3532"/>
                  <a:pt x="30820" y="3542"/>
                </a:cubicBezTo>
                <a:cubicBezTo>
                  <a:pt x="30811" y="3551"/>
                  <a:pt x="30801" y="3559"/>
                  <a:pt x="30790" y="3566"/>
                </a:cubicBezTo>
                <a:cubicBezTo>
                  <a:pt x="30779" y="3574"/>
                  <a:pt x="30768" y="3580"/>
                  <a:pt x="30756" y="3585"/>
                </a:cubicBezTo>
                <a:cubicBezTo>
                  <a:pt x="30744" y="3590"/>
                  <a:pt x="30731" y="3593"/>
                  <a:pt x="30719" y="3596"/>
                </a:cubicBezTo>
                <a:cubicBezTo>
                  <a:pt x="30706" y="3599"/>
                  <a:pt x="30693" y="3600"/>
                  <a:pt x="30680" y="3600"/>
                </a:cubicBezTo>
                <a:lnTo>
                  <a:pt x="199" y="3600"/>
                </a:lnTo>
                <a:cubicBezTo>
                  <a:pt x="186" y="3600"/>
                  <a:pt x="173" y="3599"/>
                  <a:pt x="160" y="3596"/>
                </a:cubicBezTo>
                <a:cubicBezTo>
                  <a:pt x="147" y="3593"/>
                  <a:pt x="135" y="3590"/>
                  <a:pt x="123" y="3585"/>
                </a:cubicBezTo>
                <a:cubicBezTo>
                  <a:pt x="111" y="3580"/>
                  <a:pt x="99" y="3574"/>
                  <a:pt x="89" y="3566"/>
                </a:cubicBezTo>
                <a:cubicBezTo>
                  <a:pt x="78" y="3559"/>
                  <a:pt x="68" y="3551"/>
                  <a:pt x="59" y="3542"/>
                </a:cubicBezTo>
                <a:cubicBezTo>
                  <a:pt x="49" y="3532"/>
                  <a:pt x="41" y="3522"/>
                  <a:pt x="34" y="3512"/>
                </a:cubicBezTo>
                <a:cubicBezTo>
                  <a:pt x="27" y="3501"/>
                  <a:pt x="20" y="3489"/>
                  <a:pt x="16" y="3477"/>
                </a:cubicBezTo>
                <a:cubicBezTo>
                  <a:pt x="11" y="3465"/>
                  <a:pt x="7" y="3453"/>
                  <a:pt x="4" y="3440"/>
                </a:cubicBezTo>
                <a:cubicBezTo>
                  <a:pt x="2" y="3427"/>
                  <a:pt x="0" y="3414"/>
                  <a:pt x="0" y="3401"/>
                </a:cubicBezTo>
                <a:close/>
              </a:path>
            </a:pathLst>
          </a:custGeom>
          <a:noFill/>
          <a:ln w="9360">
            <a:solidFill>
              <a:srgbClr val="d7dde5"/>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72" name=""/>
          <p:cNvSpPr txBox="1"/>
          <p:nvPr/>
        </p:nvSpPr>
        <p:spPr>
          <a:xfrm>
            <a:off x="714240" y="1155240"/>
            <a:ext cx="1643760" cy="198360"/>
          </a:xfrm>
          <a:prstGeom prst="rect">
            <a:avLst/>
          </a:prstGeom>
          <a:noFill/>
          <a:ln w="0">
            <a:noFill/>
          </a:ln>
        </p:spPr>
        <p:txBody>
          <a:bodyPr wrap="none" lIns="0" rIns="0" tIns="0" bIns="0" anchor="t">
            <a:noAutofit/>
          </a:bodyPr>
          <a:p>
            <a:r>
              <a:rPr b="0" lang="en-US" sz="1350" spc="-1" strike="noStrike">
                <a:solidFill>
                  <a:srgbClr val="cf222e"/>
                </a:solidFill>
                <a:latin typeface="DejaVuSansMono"/>
                <a:ea typeface="DejaVuSansMono"/>
              </a:rPr>
              <a:t>def</a:t>
            </a:r>
            <a:r>
              <a:rPr b="0" lang="en-US" sz="1350" spc="-1" strike="noStrike">
                <a:solidFill>
                  <a:srgbClr val="1b1b1b"/>
                </a:solidFill>
                <a:latin typeface="DejaVuSansMono"/>
                <a:ea typeface="DejaVuSansMono"/>
              </a:rPr>
              <a:t> </a:t>
            </a:r>
            <a:r>
              <a:rPr b="0" lang="en-US" sz="1350" spc="-1" strike="noStrike">
                <a:solidFill>
                  <a:srgbClr val="6639ba"/>
                </a:solidFill>
                <a:latin typeface="DejaVuSansMono"/>
                <a:ea typeface="DejaVuSansMono"/>
              </a:rPr>
              <a:t>greet</a:t>
            </a:r>
            <a:r>
              <a:rPr b="0" lang="en-US" sz="1350" spc="-1" strike="noStrike">
                <a:solidFill>
                  <a:srgbClr val="1b1b1b"/>
                </a:solidFill>
                <a:latin typeface="DejaVuSansMono"/>
                <a:ea typeface="DejaVuSansMono"/>
              </a:rPr>
              <a:t>(name):</a:t>
            </a:r>
            <a:endParaRPr b="0" lang="en-US" sz="1350" spc="-1" strike="noStrike">
              <a:solidFill>
                <a:srgbClr val="000000"/>
              </a:solidFill>
              <a:latin typeface="Times New Roman"/>
            </a:endParaRPr>
          </a:p>
        </p:txBody>
      </p:sp>
      <p:sp>
        <p:nvSpPr>
          <p:cNvPr id="73" name=""/>
          <p:cNvSpPr txBox="1"/>
          <p:nvPr/>
        </p:nvSpPr>
        <p:spPr>
          <a:xfrm>
            <a:off x="714240" y="1393560"/>
            <a:ext cx="2871720" cy="198360"/>
          </a:xfrm>
          <a:prstGeom prst="rect">
            <a:avLst/>
          </a:prstGeom>
          <a:noFill/>
          <a:ln w="0">
            <a:noFill/>
          </a:ln>
        </p:spPr>
        <p:txBody>
          <a:bodyPr wrap="none" lIns="0" rIns="0" tIns="0" bIns="0" anchor="t">
            <a:noAutofit/>
          </a:bodyPr>
          <a:p>
            <a:r>
              <a:rPr b="0" lang="en-US" sz="1350" spc="-1" strike="noStrike">
                <a:solidFill>
                  <a:srgbClr val="1b1b1b"/>
                </a:solidFill>
                <a:latin typeface="DejaVuSansMono"/>
                <a:ea typeface="DejaVuSansMono"/>
              </a:rPr>
              <a:t>    </a:t>
            </a:r>
            <a:r>
              <a:rPr b="0" lang="en-US" sz="1350" spc="-1" strike="noStrike">
                <a:solidFill>
                  <a:srgbClr val="cf222e"/>
                </a:solidFill>
                <a:latin typeface="DejaVuSansMono"/>
                <a:ea typeface="DejaVuSansMono"/>
              </a:rPr>
              <a:t>return</a:t>
            </a:r>
            <a:r>
              <a:rPr b="0" lang="en-US" sz="1350" spc="-1" strike="noStrike">
                <a:solidFill>
                  <a:srgbClr val="1b1b1b"/>
                </a:solidFill>
                <a:latin typeface="DejaVuSansMono"/>
                <a:ea typeface="DejaVuSansMono"/>
              </a:rPr>
              <a:t> </a:t>
            </a:r>
            <a:r>
              <a:rPr b="0" lang="en-US" sz="1350" spc="-1" strike="noStrike">
                <a:solidFill>
                  <a:srgbClr val="0a3069"/>
                </a:solidFill>
                <a:latin typeface="DejaVuSansMono"/>
                <a:ea typeface="DejaVuSansMono"/>
              </a:rPr>
              <a:t>f"Hello, </a:t>
            </a:r>
            <a:r>
              <a:rPr b="0" lang="en-US" sz="1350" spc="-1" strike="noStrike">
                <a:solidFill>
                  <a:srgbClr val="1f2328"/>
                </a:solidFill>
                <a:latin typeface="DejaVuSansMono"/>
                <a:ea typeface="DejaVuSansMono"/>
              </a:rPr>
              <a:t>{name}</a:t>
            </a:r>
            <a:r>
              <a:rPr b="0" lang="en-US" sz="1350" spc="-1" strike="noStrike">
                <a:solidFill>
                  <a:srgbClr val="0a3069"/>
                </a:solidFill>
                <a:latin typeface="DejaVuSansMono"/>
                <a:ea typeface="DejaVuSansMono"/>
              </a:rPr>
              <a:t>!"</a:t>
            </a:r>
            <a:endParaRPr b="0" lang="en-US" sz="1350" spc="-1" strike="noStrike">
              <a:solidFill>
                <a:srgbClr val="000000"/>
              </a:solidFill>
              <a:latin typeface="Times New Roman"/>
            </a:endParaRPr>
          </a:p>
        </p:txBody>
      </p:sp>
      <p:sp>
        <p:nvSpPr>
          <p:cNvPr id="74" name=""/>
          <p:cNvSpPr txBox="1"/>
          <p:nvPr/>
        </p:nvSpPr>
        <p:spPr>
          <a:xfrm>
            <a:off x="714240" y="1879200"/>
            <a:ext cx="2157120" cy="198360"/>
          </a:xfrm>
          <a:prstGeom prst="rect">
            <a:avLst/>
          </a:prstGeom>
          <a:noFill/>
          <a:ln w="0">
            <a:noFill/>
          </a:ln>
        </p:spPr>
        <p:txBody>
          <a:bodyPr wrap="none" lIns="0" rIns="0" tIns="0" bIns="0" anchor="t">
            <a:noAutofit/>
          </a:bodyPr>
          <a:p>
            <a:r>
              <a:rPr b="0" lang="en-US" sz="1350" spc="-1" strike="noStrike">
                <a:solidFill>
                  <a:srgbClr val="953800"/>
                </a:solidFill>
                <a:latin typeface="DejaVuSansMono"/>
                <a:ea typeface="DejaVuSansMono"/>
              </a:rPr>
              <a:t>print</a:t>
            </a:r>
            <a:r>
              <a:rPr b="0" lang="en-US" sz="1350" spc="-1" strike="noStrike">
                <a:solidFill>
                  <a:srgbClr val="1b1b1b"/>
                </a:solidFill>
                <a:latin typeface="DejaVuSansMono"/>
                <a:ea typeface="DejaVuSansMono"/>
              </a:rPr>
              <a:t>(greet(</a:t>
            </a:r>
            <a:r>
              <a:rPr b="0" lang="en-US" sz="1350" spc="-1" strike="noStrike">
                <a:solidFill>
                  <a:srgbClr val="0a3069"/>
                </a:solidFill>
                <a:latin typeface="DejaVuSansMono"/>
                <a:ea typeface="DejaVuSansMono"/>
              </a:rPr>
              <a:t>"KaiRA"</a:t>
            </a:r>
            <a:r>
              <a:rPr b="0" lang="en-US" sz="1350" spc="-1" strike="noStrike">
                <a:solidFill>
                  <a:srgbClr val="1b1b1b"/>
                </a:solidFill>
                <a:latin typeface="DejaVuSansMono"/>
                <a:ea typeface="DejaVuSansMono"/>
              </a:rPr>
              <a:t>))</a:t>
            </a:r>
            <a:endParaRPr b="0" lang="en-US" sz="1350" spc="-1" strike="noStrike">
              <a:solidFill>
                <a:srgbClr val="000000"/>
              </a:solidFill>
              <a:latin typeface="Times New Roman"/>
            </a:endParaRPr>
          </a:p>
        </p:txBody>
      </p:sp>
      <p:sp>
        <p:nvSpPr>
          <p:cNvPr id="75" name=""/>
          <p:cNvSpPr txBox="1"/>
          <p:nvPr/>
        </p:nvSpPr>
        <p:spPr>
          <a:xfrm>
            <a:off x="914400" y="414000"/>
            <a:ext cx="842040" cy="279360"/>
          </a:xfrm>
          <a:prstGeom prst="rect">
            <a:avLst/>
          </a:prstGeom>
          <a:noFill/>
          <a:ln w="0">
            <a:noFill/>
          </a:ln>
        </p:spPr>
        <p:txBody>
          <a:bodyPr wrap="none" lIns="0" rIns="0" tIns="0" bIns="0" anchor="t">
            <a:noAutofit/>
          </a:bodyPr>
          <a:p>
            <a:r>
              <a:rPr b="1" lang="en-US" sz="1950" spc="-1" strike="noStrike">
                <a:solidFill>
                  <a:srgbClr val="111111"/>
                </a:solidFill>
                <a:latin typeface="Arial"/>
                <a:ea typeface="Arial"/>
              </a:rPr>
              <a:t>Python</a:t>
            </a:r>
            <a:endParaRPr b="0" lang="en-US" sz="1950" spc="-1" strike="noStrike">
              <a:solidFill>
                <a:srgbClr val="000000"/>
              </a:solidFill>
              <a:latin typeface="Times New Roman"/>
            </a:endParaRPr>
          </a:p>
        </p:txBody>
      </p:sp>
      <p:sp>
        <p:nvSpPr>
          <p:cNvPr id="76" name=""/>
          <p:cNvSpPr/>
          <p:nvPr/>
        </p:nvSpPr>
        <p:spPr>
          <a:xfrm>
            <a:off x="533160" y="561960"/>
            <a:ext cx="267120" cy="57240"/>
          </a:xfrm>
          <a:custGeom>
            <a:avLst/>
            <a:gdLst/>
            <a:ahLst/>
            <a:rect l="0" t="0" r="r" b="b"/>
            <a:pathLst>
              <a:path w="742" h="159">
                <a:moveTo>
                  <a:pt x="0" y="106"/>
                </a:moveTo>
                <a:lnTo>
                  <a:pt x="0" y="52"/>
                </a:lnTo>
                <a:cubicBezTo>
                  <a:pt x="0" y="45"/>
                  <a:pt x="2" y="39"/>
                  <a:pt x="4" y="32"/>
                </a:cubicBezTo>
                <a:cubicBezTo>
                  <a:pt x="7" y="26"/>
                  <a:pt x="11" y="20"/>
                  <a:pt x="16" y="15"/>
                </a:cubicBezTo>
                <a:cubicBezTo>
                  <a:pt x="21" y="10"/>
                  <a:pt x="26" y="6"/>
                  <a:pt x="33" y="4"/>
                </a:cubicBezTo>
                <a:cubicBezTo>
                  <a:pt x="39" y="1"/>
                  <a:pt x="46" y="0"/>
                  <a:pt x="53" y="0"/>
                </a:cubicBezTo>
                <a:lnTo>
                  <a:pt x="689" y="0"/>
                </a:lnTo>
                <a:cubicBezTo>
                  <a:pt x="696" y="0"/>
                  <a:pt x="703" y="1"/>
                  <a:pt x="709" y="4"/>
                </a:cubicBezTo>
                <a:cubicBezTo>
                  <a:pt x="716" y="6"/>
                  <a:pt x="722" y="10"/>
                  <a:pt x="727" y="15"/>
                </a:cubicBezTo>
                <a:cubicBezTo>
                  <a:pt x="731" y="20"/>
                  <a:pt x="735" y="26"/>
                  <a:pt x="738" y="32"/>
                </a:cubicBezTo>
                <a:cubicBezTo>
                  <a:pt x="741" y="39"/>
                  <a:pt x="742" y="45"/>
                  <a:pt x="742" y="52"/>
                </a:cubicBezTo>
                <a:lnTo>
                  <a:pt x="742" y="106"/>
                </a:lnTo>
                <a:cubicBezTo>
                  <a:pt x="742" y="113"/>
                  <a:pt x="741" y="120"/>
                  <a:pt x="738" y="127"/>
                </a:cubicBezTo>
                <a:cubicBezTo>
                  <a:pt x="735" y="133"/>
                  <a:pt x="731" y="139"/>
                  <a:pt x="727" y="144"/>
                </a:cubicBezTo>
                <a:cubicBezTo>
                  <a:pt x="722" y="149"/>
                  <a:pt x="716" y="153"/>
                  <a:pt x="709" y="155"/>
                </a:cubicBezTo>
                <a:cubicBezTo>
                  <a:pt x="703" y="158"/>
                  <a:pt x="696" y="159"/>
                  <a:pt x="689" y="159"/>
                </a:cubicBezTo>
                <a:lnTo>
                  <a:pt x="53" y="159"/>
                </a:lnTo>
                <a:cubicBezTo>
                  <a:pt x="46" y="159"/>
                  <a:pt x="39" y="158"/>
                  <a:pt x="33" y="155"/>
                </a:cubicBezTo>
                <a:cubicBezTo>
                  <a:pt x="26" y="153"/>
                  <a:pt x="21" y="149"/>
                  <a:pt x="16" y="144"/>
                </a:cubicBezTo>
                <a:cubicBezTo>
                  <a:pt x="11" y="139"/>
                  <a:pt x="7" y="133"/>
                  <a:pt x="4" y="127"/>
                </a:cubicBezTo>
                <a:cubicBezTo>
                  <a:pt x="2" y="120"/>
                  <a:pt x="0" y="113"/>
                  <a:pt x="0" y="106"/>
                </a:cubicBez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77" name=""/>
          <p:cNvSpPr txBox="1"/>
          <p:nvPr/>
        </p:nvSpPr>
        <p:spPr>
          <a:xfrm>
            <a:off x="1753560" y="351000"/>
            <a:ext cx="1739520" cy="360000"/>
          </a:xfrm>
          <a:prstGeom prst="rect">
            <a:avLst/>
          </a:prstGeom>
          <a:noFill/>
          <a:ln w="0">
            <a:noFill/>
          </a:ln>
        </p:spPr>
        <p:txBody>
          <a:bodyPr wrap="none" lIns="0" rIns="0" tIns="0" bIns="0" anchor="t">
            <a:noAutofit/>
          </a:bodyPr>
          <a:p>
            <a:r>
              <a:rPr b="0" lang="zh-CN" sz="1950" spc="-1" strike="noStrike">
                <a:solidFill>
                  <a:srgbClr val="111111"/>
                </a:solidFill>
                <a:latin typeface="NotoSansCJKjp"/>
                <a:ea typeface="NotoSansCJKjp"/>
              </a:rPr>
              <a:t>コードサンプル</a:t>
            </a:r>
            <a:endParaRPr b="0" lang="en-US" sz="1950" spc="-1" strike="noStrike">
              <a:solidFill>
                <a:srgbClr val="000000"/>
              </a:solidFill>
              <a:latin typeface="Times New Roman"/>
            </a:endParaRPr>
          </a:p>
        </p:txBody>
      </p:sp>
      <p:sp>
        <p:nvSpPr>
          <p:cNvPr id="78" name=""/>
          <p:cNvSpPr txBox="1"/>
          <p:nvPr/>
        </p:nvSpPr>
        <p:spPr>
          <a:xfrm>
            <a:off x="11946240" y="6458400"/>
            <a:ext cx="304560" cy="340200"/>
          </a:xfrm>
          <a:prstGeom prst="rect">
            <a:avLst/>
          </a:prstGeom>
          <a:noFill/>
          <a:ln w="0">
            <a:noFill/>
          </a:ln>
        </p:spPr>
        <p:txBody>
          <a:bodyPr wrap="none" lIns="0" rIns="0" tIns="0" bIns="0" anchor="t">
            <a:noAutofit/>
          </a:bodyPr>
          <a:p>
            <a:r>
              <a:rPr b="0" lang="en-US" sz="2400" spc="-1" strike="noStrike">
                <a:solidFill>
                  <a:srgbClr val="111111"/>
                </a:solidFill>
                <a:latin typeface="Arial"/>
                <a:ea typeface="Arial"/>
              </a:rPr>
              <a:t>5</a:t>
            </a:r>
            <a:endParaRPr b="0" lang="en-US"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80"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81"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c9c9c9"/>
          </a:solidFill>
          <a:ln w="0">
            <a:noFill/>
          </a:ln>
        </p:spPr>
        <p:txBody>
          <a:bodyPr lIns="0" rIns="0" tIns="0" bIns="0" anchor="t">
            <a:noAutofit/>
          </a:bodyPr>
          <a:p>
            <a:endParaRPr b="0" lang="en-US" sz="2400" spc="-1" strike="noStrike">
              <a:solidFill>
                <a:srgbClr val="000000"/>
              </a:solidFill>
              <a:latin typeface="Times New Roman"/>
            </a:endParaRPr>
          </a:p>
        </p:txBody>
      </p:sp>
      <p:sp>
        <p:nvSpPr>
          <p:cNvPr id="82" name=""/>
          <p:cNvSpPr/>
          <p:nvPr/>
        </p:nvSpPr>
        <p:spPr>
          <a:xfrm>
            <a:off x="228240" y="228240"/>
            <a:ext cx="11735280" cy="6401160"/>
          </a:xfrm>
          <a:custGeom>
            <a:avLst/>
            <a:gdLst/>
            <a:ahLst/>
            <a:rect l="0" t="0" r="r" b="b"/>
            <a:pathLst>
              <a:path w="32598" h="17781">
                <a:moveTo>
                  <a:pt x="530" y="0"/>
                </a:moveTo>
                <a:lnTo>
                  <a:pt x="32069" y="0"/>
                </a:lnTo>
                <a:cubicBezTo>
                  <a:pt x="32104" y="0"/>
                  <a:pt x="32138" y="4"/>
                  <a:pt x="32172" y="11"/>
                </a:cubicBezTo>
                <a:cubicBezTo>
                  <a:pt x="32206" y="17"/>
                  <a:pt x="32239" y="27"/>
                  <a:pt x="32271" y="41"/>
                </a:cubicBezTo>
                <a:cubicBezTo>
                  <a:pt x="32304" y="54"/>
                  <a:pt x="32334" y="70"/>
                  <a:pt x="32363" y="90"/>
                </a:cubicBezTo>
                <a:cubicBezTo>
                  <a:pt x="32392" y="109"/>
                  <a:pt x="32419" y="131"/>
                  <a:pt x="32443" y="155"/>
                </a:cubicBezTo>
                <a:cubicBezTo>
                  <a:pt x="32468" y="180"/>
                  <a:pt x="32490" y="207"/>
                  <a:pt x="32509" y="236"/>
                </a:cubicBezTo>
                <a:cubicBezTo>
                  <a:pt x="32528" y="265"/>
                  <a:pt x="32545" y="295"/>
                  <a:pt x="32558" y="327"/>
                </a:cubicBezTo>
                <a:cubicBezTo>
                  <a:pt x="32571" y="359"/>
                  <a:pt x="32581" y="392"/>
                  <a:pt x="32588" y="426"/>
                </a:cubicBezTo>
                <a:cubicBezTo>
                  <a:pt x="32595" y="461"/>
                  <a:pt x="32598" y="495"/>
                  <a:pt x="32598" y="530"/>
                </a:cubicBezTo>
                <a:lnTo>
                  <a:pt x="32598" y="17252"/>
                </a:lnTo>
                <a:cubicBezTo>
                  <a:pt x="32598" y="17287"/>
                  <a:pt x="32595" y="17321"/>
                  <a:pt x="32588" y="17356"/>
                </a:cubicBezTo>
                <a:cubicBezTo>
                  <a:pt x="32581" y="17390"/>
                  <a:pt x="32571" y="17423"/>
                  <a:pt x="32558" y="17455"/>
                </a:cubicBezTo>
                <a:cubicBezTo>
                  <a:pt x="32545" y="17487"/>
                  <a:pt x="32528" y="17517"/>
                  <a:pt x="32509" y="17546"/>
                </a:cubicBezTo>
                <a:cubicBezTo>
                  <a:pt x="32490" y="17575"/>
                  <a:pt x="32468" y="17602"/>
                  <a:pt x="32443" y="17627"/>
                </a:cubicBezTo>
                <a:cubicBezTo>
                  <a:pt x="32419" y="17651"/>
                  <a:pt x="32392" y="17673"/>
                  <a:pt x="32363" y="17692"/>
                </a:cubicBezTo>
                <a:cubicBezTo>
                  <a:pt x="32334" y="17712"/>
                  <a:pt x="32304" y="17728"/>
                  <a:pt x="32271" y="17741"/>
                </a:cubicBezTo>
                <a:cubicBezTo>
                  <a:pt x="32239" y="17755"/>
                  <a:pt x="32206" y="17765"/>
                  <a:pt x="32172" y="17771"/>
                </a:cubicBezTo>
                <a:cubicBezTo>
                  <a:pt x="32138" y="17778"/>
                  <a:pt x="32104" y="17781"/>
                  <a:pt x="32069" y="17781"/>
                </a:cubicBezTo>
                <a:lnTo>
                  <a:pt x="530" y="17781"/>
                </a:lnTo>
                <a:cubicBezTo>
                  <a:pt x="495" y="17781"/>
                  <a:pt x="461" y="17778"/>
                  <a:pt x="426" y="17771"/>
                </a:cubicBezTo>
                <a:cubicBezTo>
                  <a:pt x="392" y="17765"/>
                  <a:pt x="359" y="17755"/>
                  <a:pt x="327" y="17741"/>
                </a:cubicBezTo>
                <a:cubicBezTo>
                  <a:pt x="295" y="17728"/>
                  <a:pt x="265" y="17712"/>
                  <a:pt x="236" y="17692"/>
                </a:cubicBezTo>
                <a:cubicBezTo>
                  <a:pt x="207" y="17673"/>
                  <a:pt x="180" y="17651"/>
                  <a:pt x="155" y="17627"/>
                </a:cubicBezTo>
                <a:cubicBezTo>
                  <a:pt x="131" y="17602"/>
                  <a:pt x="109" y="17575"/>
                  <a:pt x="90" y="17546"/>
                </a:cubicBezTo>
                <a:cubicBezTo>
                  <a:pt x="70" y="17517"/>
                  <a:pt x="54" y="17487"/>
                  <a:pt x="41" y="17455"/>
                </a:cubicBezTo>
                <a:cubicBezTo>
                  <a:pt x="27" y="17423"/>
                  <a:pt x="17" y="17390"/>
                  <a:pt x="11" y="17356"/>
                </a:cubicBezTo>
                <a:cubicBezTo>
                  <a:pt x="4" y="17321"/>
                  <a:pt x="0" y="17287"/>
                  <a:pt x="0" y="17252"/>
                </a:cubicBezTo>
                <a:lnTo>
                  <a:pt x="0" y="530"/>
                </a:lnTo>
                <a:cubicBezTo>
                  <a:pt x="0" y="495"/>
                  <a:pt x="4" y="461"/>
                  <a:pt x="11" y="426"/>
                </a:cubicBezTo>
                <a:cubicBezTo>
                  <a:pt x="17" y="392"/>
                  <a:pt x="27" y="359"/>
                  <a:pt x="41" y="327"/>
                </a:cubicBezTo>
                <a:cubicBezTo>
                  <a:pt x="54" y="295"/>
                  <a:pt x="70" y="265"/>
                  <a:pt x="90" y="236"/>
                </a:cubicBezTo>
                <a:cubicBezTo>
                  <a:pt x="109" y="207"/>
                  <a:pt x="131" y="180"/>
                  <a:pt x="155" y="155"/>
                </a:cubicBezTo>
                <a:cubicBezTo>
                  <a:pt x="180" y="131"/>
                  <a:pt x="207" y="109"/>
                  <a:pt x="236" y="90"/>
                </a:cubicBezTo>
                <a:cubicBezTo>
                  <a:pt x="265" y="70"/>
                  <a:pt x="295" y="54"/>
                  <a:pt x="327" y="41"/>
                </a:cubicBezTo>
                <a:cubicBezTo>
                  <a:pt x="359" y="27"/>
                  <a:pt x="392" y="17"/>
                  <a:pt x="426" y="11"/>
                </a:cubicBezTo>
                <a:cubicBezTo>
                  <a:pt x="461" y="4"/>
                  <a:pt x="495" y="0"/>
                  <a:pt x="530" y="0"/>
                </a:cubicBez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pic>
        <p:nvPicPr>
          <p:cNvPr id="83" name="" descr=""/>
          <p:cNvPicPr/>
          <p:nvPr/>
        </p:nvPicPr>
        <p:blipFill>
          <a:blip r:embed="rId1"/>
          <a:stretch/>
        </p:blipFill>
        <p:spPr>
          <a:xfrm>
            <a:off x="10515600" y="38160"/>
            <a:ext cx="1142640" cy="1142640"/>
          </a:xfrm>
          <a:prstGeom prst="rect">
            <a:avLst/>
          </a:prstGeom>
          <a:ln w="0">
            <a:noFill/>
          </a:ln>
        </p:spPr>
      </p:pic>
      <p:sp>
        <p:nvSpPr>
          <p:cNvPr id="84" name=""/>
          <p:cNvSpPr txBox="1"/>
          <p:nvPr/>
        </p:nvSpPr>
        <p:spPr>
          <a:xfrm>
            <a:off x="533520" y="870120"/>
            <a:ext cx="2759040" cy="399600"/>
          </a:xfrm>
          <a:prstGeom prst="rect">
            <a:avLst/>
          </a:prstGeom>
          <a:noFill/>
          <a:ln w="0">
            <a:noFill/>
          </a:ln>
        </p:spPr>
        <p:txBody>
          <a:bodyPr wrap="none" lIns="0" rIns="0" tIns="0" bIns="0" anchor="t">
            <a:noAutofit/>
          </a:bodyPr>
          <a:p>
            <a:r>
              <a:rPr b="0" lang="zh-CN" sz="2170" spc="-1" strike="noStrike">
                <a:solidFill>
                  <a:srgbClr val="c9342f"/>
                </a:solidFill>
                <a:latin typeface="NotoSansCJKjp"/>
                <a:ea typeface="NotoSansCJKjp"/>
              </a:rPr>
              <a:t>⾚⽂字の強調テキスト</a:t>
            </a:r>
            <a:endParaRPr b="0" lang="en-US" sz="2170" spc="-1" strike="noStrike">
              <a:solidFill>
                <a:srgbClr val="000000"/>
              </a:solidFill>
              <a:latin typeface="Times New Roman"/>
            </a:endParaRPr>
          </a:p>
        </p:txBody>
      </p:sp>
      <p:sp>
        <p:nvSpPr>
          <p:cNvPr id="85" name=""/>
          <p:cNvSpPr txBox="1"/>
          <p:nvPr/>
        </p:nvSpPr>
        <p:spPr>
          <a:xfrm>
            <a:off x="533520" y="1384560"/>
            <a:ext cx="3310920" cy="399600"/>
          </a:xfrm>
          <a:prstGeom prst="rect">
            <a:avLst/>
          </a:prstGeom>
          <a:noFill/>
          <a:ln w="0">
            <a:noFill/>
          </a:ln>
        </p:spPr>
        <p:txBody>
          <a:bodyPr wrap="none" lIns="0" rIns="0" tIns="0" bIns="0" anchor="t">
            <a:noAutofit/>
          </a:bodyPr>
          <a:p>
            <a:r>
              <a:rPr b="0" lang="zh-CN" sz="2170" spc="-1" strike="noStrike">
                <a:solidFill>
                  <a:srgbClr val="083a5e"/>
                </a:solidFill>
                <a:latin typeface="NotoSansCJKjp"/>
                <a:ea typeface="NotoSansCJKjp"/>
              </a:rPr>
              <a:t>濃い⻘⽂字の強調テキスト</a:t>
            </a:r>
            <a:endParaRPr b="0" lang="en-US" sz="2170" spc="-1" strike="noStrike">
              <a:solidFill>
                <a:srgbClr val="000000"/>
              </a:solidFill>
              <a:latin typeface="Times New Roman"/>
            </a:endParaRPr>
          </a:p>
        </p:txBody>
      </p:sp>
      <p:sp>
        <p:nvSpPr>
          <p:cNvPr id="86" name=""/>
          <p:cNvSpPr txBox="1"/>
          <p:nvPr/>
        </p:nvSpPr>
        <p:spPr>
          <a:xfrm>
            <a:off x="533520" y="1889280"/>
            <a:ext cx="2483280" cy="399600"/>
          </a:xfrm>
          <a:prstGeom prst="rect">
            <a:avLst/>
          </a:prstGeom>
          <a:noFill/>
          <a:ln w="0">
            <a:noFill/>
          </a:ln>
        </p:spPr>
        <p:txBody>
          <a:bodyPr wrap="none" lIns="0" rIns="0" tIns="0" bIns="0" anchor="t">
            <a:noAutofit/>
          </a:bodyPr>
          <a:p>
            <a:r>
              <a:rPr b="0" lang="zh-CN" sz="2170" spc="-1" strike="noStrike">
                <a:solidFill>
                  <a:srgbClr val="111111"/>
                </a:solidFill>
                <a:latin typeface="NotoSansCJKjp"/>
                <a:ea typeface="NotoSansCJKjp"/>
              </a:rPr>
              <a:t>太字の強調テキスト</a:t>
            </a:r>
            <a:endParaRPr b="0" lang="en-US" sz="2170" spc="-1" strike="noStrike">
              <a:solidFill>
                <a:srgbClr val="000000"/>
              </a:solidFill>
              <a:latin typeface="Times New Roman"/>
            </a:endParaRPr>
          </a:p>
        </p:txBody>
      </p:sp>
      <p:sp>
        <p:nvSpPr>
          <p:cNvPr id="87" name=""/>
          <p:cNvSpPr txBox="1"/>
          <p:nvPr/>
        </p:nvSpPr>
        <p:spPr>
          <a:xfrm>
            <a:off x="533520" y="2403720"/>
            <a:ext cx="552240" cy="399600"/>
          </a:xfrm>
          <a:prstGeom prst="rect">
            <a:avLst/>
          </a:prstGeom>
          <a:noFill/>
          <a:ln w="0">
            <a:noFill/>
          </a:ln>
        </p:spPr>
        <p:txBody>
          <a:bodyPr wrap="none" lIns="0" rIns="0" tIns="0" bIns="0" anchor="t">
            <a:noAutofit/>
          </a:bodyPr>
          <a:p>
            <a:r>
              <a:rPr b="0" lang="zh-CN" sz="2170" spc="-1" strike="noStrike">
                <a:solidFill>
                  <a:srgbClr val="c9342f"/>
                </a:solidFill>
                <a:latin typeface="NotoSansCJKjp"/>
                <a:ea typeface="NotoSansCJKjp"/>
              </a:rPr>
              <a:t>太字</a:t>
            </a:r>
            <a:endParaRPr b="0" lang="en-US" sz="2170" spc="-1" strike="noStrike">
              <a:solidFill>
                <a:srgbClr val="000000"/>
              </a:solidFill>
              <a:latin typeface="Times New Roman"/>
            </a:endParaRPr>
          </a:p>
        </p:txBody>
      </p:sp>
      <p:sp>
        <p:nvSpPr>
          <p:cNvPr id="88" name=""/>
          <p:cNvSpPr txBox="1"/>
          <p:nvPr/>
        </p:nvSpPr>
        <p:spPr>
          <a:xfrm>
            <a:off x="1085760" y="2474280"/>
            <a:ext cx="313200" cy="308160"/>
          </a:xfrm>
          <a:prstGeom prst="rect">
            <a:avLst/>
          </a:prstGeom>
          <a:noFill/>
          <a:ln w="0">
            <a:noFill/>
          </a:ln>
        </p:spPr>
        <p:txBody>
          <a:bodyPr wrap="none" lIns="0" rIns="0" tIns="0" bIns="0" anchor="t">
            <a:noAutofit/>
          </a:bodyPr>
          <a:p>
            <a:r>
              <a:rPr b="1" lang="en-US" sz="2170" spc="-1" strike="noStrike">
                <a:solidFill>
                  <a:srgbClr val="c9342f"/>
                </a:solidFill>
                <a:latin typeface="Arial"/>
                <a:ea typeface="Arial"/>
              </a:rPr>
              <a:t> </a:t>
            </a:r>
            <a:r>
              <a:rPr b="1" lang="en-US" sz="2170" spc="-1" strike="noStrike">
                <a:solidFill>
                  <a:srgbClr val="c9342f"/>
                </a:solidFill>
                <a:latin typeface="Arial"/>
                <a:ea typeface="Arial"/>
              </a:rPr>
              <a:t>+ </a:t>
            </a:r>
            <a:endParaRPr b="0" lang="en-US" sz="2170" spc="-1" strike="noStrike">
              <a:solidFill>
                <a:srgbClr val="000000"/>
              </a:solidFill>
              <a:latin typeface="Times New Roman"/>
            </a:endParaRPr>
          </a:p>
        </p:txBody>
      </p:sp>
      <p:sp>
        <p:nvSpPr>
          <p:cNvPr id="89" name=""/>
          <p:cNvSpPr txBox="1"/>
          <p:nvPr/>
        </p:nvSpPr>
        <p:spPr>
          <a:xfrm>
            <a:off x="1400760" y="2403720"/>
            <a:ext cx="828360" cy="399600"/>
          </a:xfrm>
          <a:prstGeom prst="rect">
            <a:avLst/>
          </a:prstGeom>
          <a:noFill/>
          <a:ln w="0">
            <a:noFill/>
          </a:ln>
        </p:spPr>
        <p:txBody>
          <a:bodyPr wrap="none" lIns="0" rIns="0" tIns="0" bIns="0" anchor="t">
            <a:noAutofit/>
          </a:bodyPr>
          <a:p>
            <a:r>
              <a:rPr b="0" lang="zh-CN" sz="2170" spc="-1" strike="noStrike">
                <a:solidFill>
                  <a:srgbClr val="c9342f"/>
                </a:solidFill>
                <a:latin typeface="NotoSansCJKjp"/>
                <a:ea typeface="NotoSansCJKjp"/>
              </a:rPr>
              <a:t>⾚⽂字</a:t>
            </a:r>
            <a:endParaRPr b="0" lang="en-US" sz="2170" spc="-1" strike="noStrike">
              <a:solidFill>
                <a:srgbClr val="000000"/>
              </a:solidFill>
              <a:latin typeface="Times New Roman"/>
            </a:endParaRPr>
          </a:p>
        </p:txBody>
      </p:sp>
      <p:sp>
        <p:nvSpPr>
          <p:cNvPr id="90" name=""/>
          <p:cNvSpPr txBox="1"/>
          <p:nvPr/>
        </p:nvSpPr>
        <p:spPr>
          <a:xfrm>
            <a:off x="533520" y="2908440"/>
            <a:ext cx="552240" cy="399600"/>
          </a:xfrm>
          <a:prstGeom prst="rect">
            <a:avLst/>
          </a:prstGeom>
          <a:noFill/>
          <a:ln w="0">
            <a:noFill/>
          </a:ln>
        </p:spPr>
        <p:txBody>
          <a:bodyPr wrap="none" lIns="0" rIns="0" tIns="0" bIns="0" anchor="t">
            <a:noAutofit/>
          </a:bodyPr>
          <a:p>
            <a:r>
              <a:rPr b="0" lang="zh-CN" sz="2170" spc="-1" strike="noStrike">
                <a:solidFill>
                  <a:srgbClr val="083a5e"/>
                </a:solidFill>
                <a:latin typeface="NotoSansCJKjp"/>
                <a:ea typeface="NotoSansCJKjp"/>
              </a:rPr>
              <a:t>太字</a:t>
            </a:r>
            <a:endParaRPr b="0" lang="en-US" sz="2170" spc="-1" strike="noStrike">
              <a:solidFill>
                <a:srgbClr val="000000"/>
              </a:solidFill>
              <a:latin typeface="Times New Roman"/>
            </a:endParaRPr>
          </a:p>
        </p:txBody>
      </p:sp>
      <p:sp>
        <p:nvSpPr>
          <p:cNvPr id="91" name=""/>
          <p:cNvSpPr txBox="1"/>
          <p:nvPr/>
        </p:nvSpPr>
        <p:spPr>
          <a:xfrm>
            <a:off x="1085760" y="2979000"/>
            <a:ext cx="313200" cy="308160"/>
          </a:xfrm>
          <a:prstGeom prst="rect">
            <a:avLst/>
          </a:prstGeom>
          <a:noFill/>
          <a:ln w="0">
            <a:noFill/>
          </a:ln>
        </p:spPr>
        <p:txBody>
          <a:bodyPr wrap="none" lIns="0" rIns="0" tIns="0" bIns="0" anchor="t">
            <a:noAutofit/>
          </a:bodyPr>
          <a:p>
            <a:r>
              <a:rPr b="1" lang="en-US" sz="2170" spc="-1" strike="noStrike">
                <a:solidFill>
                  <a:srgbClr val="083a5e"/>
                </a:solidFill>
                <a:latin typeface="Arial"/>
                <a:ea typeface="Arial"/>
              </a:rPr>
              <a:t> </a:t>
            </a:r>
            <a:r>
              <a:rPr b="1" lang="en-US" sz="2170" spc="-1" strike="noStrike">
                <a:solidFill>
                  <a:srgbClr val="083a5e"/>
                </a:solidFill>
                <a:latin typeface="Arial"/>
                <a:ea typeface="Arial"/>
              </a:rPr>
              <a:t>+ </a:t>
            </a:r>
            <a:endParaRPr b="0" lang="en-US" sz="2170" spc="-1" strike="noStrike">
              <a:solidFill>
                <a:srgbClr val="000000"/>
              </a:solidFill>
              <a:latin typeface="Times New Roman"/>
            </a:endParaRPr>
          </a:p>
        </p:txBody>
      </p:sp>
      <p:sp>
        <p:nvSpPr>
          <p:cNvPr id="92" name=""/>
          <p:cNvSpPr txBox="1"/>
          <p:nvPr/>
        </p:nvSpPr>
        <p:spPr>
          <a:xfrm>
            <a:off x="1400760" y="2908440"/>
            <a:ext cx="1379880" cy="399600"/>
          </a:xfrm>
          <a:prstGeom prst="rect">
            <a:avLst/>
          </a:prstGeom>
          <a:noFill/>
          <a:ln w="0">
            <a:noFill/>
          </a:ln>
        </p:spPr>
        <p:txBody>
          <a:bodyPr wrap="none" lIns="0" rIns="0" tIns="0" bIns="0" anchor="t">
            <a:noAutofit/>
          </a:bodyPr>
          <a:p>
            <a:r>
              <a:rPr b="0" lang="zh-CN" sz="2170" spc="-1" strike="noStrike">
                <a:solidFill>
                  <a:srgbClr val="083a5e"/>
                </a:solidFill>
                <a:latin typeface="NotoSansCJKjp"/>
                <a:ea typeface="NotoSansCJKjp"/>
              </a:rPr>
              <a:t>濃い⻘⽂字</a:t>
            </a:r>
            <a:endParaRPr b="0" lang="en-US" sz="2170" spc="-1" strike="noStrike">
              <a:solidFill>
                <a:srgbClr val="000000"/>
              </a:solidFill>
              <a:latin typeface="Times New Roman"/>
            </a:endParaRPr>
          </a:p>
        </p:txBody>
      </p:sp>
      <p:sp>
        <p:nvSpPr>
          <p:cNvPr id="93" name=""/>
          <p:cNvSpPr txBox="1"/>
          <p:nvPr/>
        </p:nvSpPr>
        <p:spPr>
          <a:xfrm>
            <a:off x="4995000" y="3422880"/>
            <a:ext cx="2207520" cy="399600"/>
          </a:xfrm>
          <a:prstGeom prst="rect">
            <a:avLst/>
          </a:prstGeom>
          <a:noFill/>
          <a:ln w="0">
            <a:noFill/>
          </a:ln>
        </p:spPr>
        <p:txBody>
          <a:bodyPr wrap="none" lIns="0" rIns="0" tIns="0" bIns="0" anchor="t">
            <a:noAutofit/>
          </a:bodyPr>
          <a:p>
            <a:r>
              <a:rPr b="0" lang="zh-CN" sz="2170" spc="-1" strike="noStrike">
                <a:solidFill>
                  <a:srgbClr val="111111"/>
                </a:solidFill>
                <a:latin typeface="NotoSansCJKjp"/>
                <a:ea typeface="NotoSansCJKjp"/>
              </a:rPr>
              <a:t>中央揃えテキスト</a:t>
            </a:r>
            <a:endParaRPr b="0" lang="en-US" sz="2170" spc="-1" strike="noStrike">
              <a:solidFill>
                <a:srgbClr val="000000"/>
              </a:solidFill>
              <a:latin typeface="Times New Roman"/>
            </a:endParaRPr>
          </a:p>
        </p:txBody>
      </p:sp>
      <p:sp>
        <p:nvSpPr>
          <p:cNvPr id="94" name=""/>
          <p:cNvSpPr/>
          <p:nvPr/>
        </p:nvSpPr>
        <p:spPr>
          <a:xfrm>
            <a:off x="533160" y="4819320"/>
            <a:ext cx="2202120" cy="29160"/>
          </a:xfrm>
          <a:custGeom>
            <a:avLst/>
            <a:gdLst/>
            <a:ahLst/>
            <a:rect l="0" t="0" r="r" b="b"/>
            <a:pathLst>
              <a:path w="6117" h="81">
                <a:moveTo>
                  <a:pt x="0" y="0"/>
                </a:moveTo>
                <a:lnTo>
                  <a:pt x="6117" y="0"/>
                </a:lnTo>
                <a:lnTo>
                  <a:pt x="6117" y="81"/>
                </a:lnTo>
                <a:lnTo>
                  <a:pt x="0" y="81"/>
                </a:lnTo>
                <a:lnTo>
                  <a:pt x="0" y="0"/>
                </a:ln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95" name=""/>
          <p:cNvSpPr txBox="1"/>
          <p:nvPr/>
        </p:nvSpPr>
        <p:spPr>
          <a:xfrm>
            <a:off x="9733320" y="3927600"/>
            <a:ext cx="1931760" cy="399600"/>
          </a:xfrm>
          <a:prstGeom prst="rect">
            <a:avLst/>
          </a:prstGeom>
          <a:noFill/>
          <a:ln w="0">
            <a:noFill/>
          </a:ln>
        </p:spPr>
        <p:txBody>
          <a:bodyPr wrap="none" lIns="0" rIns="0" tIns="0" bIns="0" anchor="t">
            <a:noAutofit/>
          </a:bodyPr>
          <a:p>
            <a:r>
              <a:rPr b="0" lang="zh-CN" sz="2170" spc="-1" strike="noStrike">
                <a:solidFill>
                  <a:srgbClr val="111111"/>
                </a:solidFill>
                <a:latin typeface="NotoSansCJKjp"/>
                <a:ea typeface="NotoSansCJKjp"/>
              </a:rPr>
              <a:t>右揃えテキスト</a:t>
            </a:r>
            <a:endParaRPr b="0" lang="en-US" sz="2170" spc="-1" strike="noStrike">
              <a:solidFill>
                <a:srgbClr val="000000"/>
              </a:solidFill>
              <a:latin typeface="Times New Roman"/>
            </a:endParaRPr>
          </a:p>
        </p:txBody>
      </p:sp>
      <p:sp>
        <p:nvSpPr>
          <p:cNvPr id="96" name=""/>
          <p:cNvSpPr txBox="1"/>
          <p:nvPr/>
        </p:nvSpPr>
        <p:spPr>
          <a:xfrm>
            <a:off x="533520" y="4442040"/>
            <a:ext cx="2207520" cy="399600"/>
          </a:xfrm>
          <a:prstGeom prst="rect">
            <a:avLst/>
          </a:prstGeom>
          <a:noFill/>
          <a:ln w="0">
            <a:noFill/>
          </a:ln>
        </p:spPr>
        <p:txBody>
          <a:bodyPr wrap="none" lIns="0" rIns="0" tIns="0" bIns="0" anchor="t">
            <a:noAutofit/>
          </a:bodyPr>
          <a:p>
            <a:r>
              <a:rPr b="0" lang="zh-CN" sz="2170" spc="-1" strike="noStrike">
                <a:solidFill>
                  <a:srgbClr val="111111"/>
                </a:solidFill>
                <a:latin typeface="NotoSansCJKjp"/>
                <a:ea typeface="NotoSansCJKjp"/>
              </a:rPr>
              <a:t>下線付きテキスト</a:t>
            </a:r>
            <a:endParaRPr b="0" lang="en-US" sz="2170" spc="-1" strike="noStrike">
              <a:solidFill>
                <a:srgbClr val="000000"/>
              </a:solidFill>
              <a:latin typeface="Times New Roman"/>
            </a:endParaRPr>
          </a:p>
        </p:txBody>
      </p:sp>
      <p:sp>
        <p:nvSpPr>
          <p:cNvPr id="97" name=""/>
          <p:cNvSpPr/>
          <p:nvPr/>
        </p:nvSpPr>
        <p:spPr>
          <a:xfrm>
            <a:off x="1361880" y="5438520"/>
            <a:ext cx="752760" cy="362520"/>
          </a:xfrm>
          <a:custGeom>
            <a:avLst/>
            <a:gdLst/>
            <a:ahLst/>
            <a:rect l="0" t="0" r="r" b="b"/>
            <a:pathLst>
              <a:path w="2091" h="1007">
                <a:moveTo>
                  <a:pt x="0" y="848"/>
                </a:moveTo>
                <a:lnTo>
                  <a:pt x="0" y="159"/>
                </a:lnTo>
                <a:cubicBezTo>
                  <a:pt x="0" y="149"/>
                  <a:pt x="1" y="138"/>
                  <a:pt x="3" y="128"/>
                </a:cubicBezTo>
                <a:cubicBezTo>
                  <a:pt x="5" y="118"/>
                  <a:pt x="8" y="108"/>
                  <a:pt x="12" y="98"/>
                </a:cubicBezTo>
                <a:cubicBezTo>
                  <a:pt x="16" y="89"/>
                  <a:pt x="21" y="79"/>
                  <a:pt x="27" y="71"/>
                </a:cubicBezTo>
                <a:cubicBezTo>
                  <a:pt x="33" y="62"/>
                  <a:pt x="39" y="54"/>
                  <a:pt x="47" y="47"/>
                </a:cubicBezTo>
                <a:cubicBezTo>
                  <a:pt x="54" y="39"/>
                  <a:pt x="62" y="33"/>
                  <a:pt x="71" y="27"/>
                </a:cubicBezTo>
                <a:cubicBezTo>
                  <a:pt x="79" y="21"/>
                  <a:pt x="88" y="16"/>
                  <a:pt x="98" y="12"/>
                </a:cubicBezTo>
                <a:cubicBezTo>
                  <a:pt x="108" y="8"/>
                  <a:pt x="118" y="5"/>
                  <a:pt x="128" y="3"/>
                </a:cubicBezTo>
                <a:cubicBezTo>
                  <a:pt x="138" y="1"/>
                  <a:pt x="148" y="0"/>
                  <a:pt x="159" y="0"/>
                </a:cubicBezTo>
                <a:lnTo>
                  <a:pt x="1932" y="0"/>
                </a:lnTo>
                <a:cubicBezTo>
                  <a:pt x="1943" y="0"/>
                  <a:pt x="1953" y="1"/>
                  <a:pt x="1963" y="3"/>
                </a:cubicBezTo>
                <a:cubicBezTo>
                  <a:pt x="1974" y="5"/>
                  <a:pt x="1984" y="8"/>
                  <a:pt x="1993" y="12"/>
                </a:cubicBezTo>
                <a:cubicBezTo>
                  <a:pt x="2003" y="16"/>
                  <a:pt x="2012" y="21"/>
                  <a:pt x="2021" y="27"/>
                </a:cubicBezTo>
                <a:cubicBezTo>
                  <a:pt x="2029" y="33"/>
                  <a:pt x="2037" y="39"/>
                  <a:pt x="2045" y="47"/>
                </a:cubicBezTo>
                <a:cubicBezTo>
                  <a:pt x="2052" y="54"/>
                  <a:pt x="2059" y="62"/>
                  <a:pt x="2064" y="71"/>
                </a:cubicBezTo>
                <a:cubicBezTo>
                  <a:pt x="2070" y="79"/>
                  <a:pt x="2075" y="89"/>
                  <a:pt x="2079" y="98"/>
                </a:cubicBezTo>
                <a:cubicBezTo>
                  <a:pt x="2083" y="108"/>
                  <a:pt x="2086" y="118"/>
                  <a:pt x="2088" y="128"/>
                </a:cubicBezTo>
                <a:cubicBezTo>
                  <a:pt x="2090" y="138"/>
                  <a:pt x="2091" y="149"/>
                  <a:pt x="2091" y="159"/>
                </a:cubicBezTo>
                <a:lnTo>
                  <a:pt x="2091" y="848"/>
                </a:lnTo>
                <a:cubicBezTo>
                  <a:pt x="2091" y="858"/>
                  <a:pt x="2090" y="869"/>
                  <a:pt x="2088" y="879"/>
                </a:cubicBezTo>
                <a:cubicBezTo>
                  <a:pt x="2086" y="889"/>
                  <a:pt x="2083" y="899"/>
                  <a:pt x="2079" y="909"/>
                </a:cubicBezTo>
                <a:cubicBezTo>
                  <a:pt x="2075" y="918"/>
                  <a:pt x="2070" y="927"/>
                  <a:pt x="2064" y="936"/>
                </a:cubicBezTo>
                <a:cubicBezTo>
                  <a:pt x="2059" y="945"/>
                  <a:pt x="2052" y="953"/>
                  <a:pt x="2045" y="960"/>
                </a:cubicBezTo>
                <a:cubicBezTo>
                  <a:pt x="2037" y="967"/>
                  <a:pt x="2029" y="974"/>
                  <a:pt x="2021" y="980"/>
                </a:cubicBezTo>
                <a:cubicBezTo>
                  <a:pt x="2012" y="986"/>
                  <a:pt x="2003" y="991"/>
                  <a:pt x="1993" y="995"/>
                </a:cubicBezTo>
                <a:cubicBezTo>
                  <a:pt x="1984" y="999"/>
                  <a:pt x="1974" y="1002"/>
                  <a:pt x="1963" y="1004"/>
                </a:cubicBezTo>
                <a:cubicBezTo>
                  <a:pt x="1953" y="1006"/>
                  <a:pt x="1943" y="1007"/>
                  <a:pt x="1932" y="1007"/>
                </a:cubicBezTo>
                <a:lnTo>
                  <a:pt x="159" y="1007"/>
                </a:lnTo>
                <a:cubicBezTo>
                  <a:pt x="148" y="1007"/>
                  <a:pt x="138" y="1006"/>
                  <a:pt x="128" y="1004"/>
                </a:cubicBezTo>
                <a:cubicBezTo>
                  <a:pt x="118" y="1002"/>
                  <a:pt x="108" y="999"/>
                  <a:pt x="98" y="995"/>
                </a:cubicBezTo>
                <a:cubicBezTo>
                  <a:pt x="88" y="991"/>
                  <a:pt x="79" y="986"/>
                  <a:pt x="71" y="980"/>
                </a:cubicBezTo>
                <a:cubicBezTo>
                  <a:pt x="62" y="974"/>
                  <a:pt x="54" y="967"/>
                  <a:pt x="47" y="960"/>
                </a:cubicBezTo>
                <a:cubicBezTo>
                  <a:pt x="39" y="953"/>
                  <a:pt x="33" y="945"/>
                  <a:pt x="27" y="936"/>
                </a:cubicBezTo>
                <a:cubicBezTo>
                  <a:pt x="21" y="927"/>
                  <a:pt x="16" y="918"/>
                  <a:pt x="12" y="909"/>
                </a:cubicBezTo>
                <a:cubicBezTo>
                  <a:pt x="8" y="899"/>
                  <a:pt x="5" y="889"/>
                  <a:pt x="3" y="879"/>
                </a:cubicBezTo>
                <a:cubicBezTo>
                  <a:pt x="1" y="869"/>
                  <a:pt x="0" y="858"/>
                  <a:pt x="0" y="848"/>
                </a:cubicBezTo>
                <a:close/>
              </a:path>
            </a:pathLst>
          </a:custGeom>
          <a:solidFill>
            <a:srgbClr val="818b98">
              <a:alpha val="12000"/>
            </a:srgbClr>
          </a:solidFill>
          <a:ln w="0">
            <a:noFill/>
          </a:ln>
        </p:spPr>
        <p:txBody>
          <a:bodyPr lIns="0" rIns="0" tIns="0" bIns="0" anchor="t">
            <a:noAutofit/>
          </a:bodyPr>
          <a:p>
            <a:endParaRPr b="0" lang="en-US" sz="2400" spc="-1" strike="noStrike">
              <a:solidFill>
                <a:srgbClr val="ffffff"/>
              </a:solidFill>
              <a:latin typeface="Times New Roman"/>
            </a:endParaRPr>
          </a:p>
        </p:txBody>
      </p:sp>
      <p:sp>
        <p:nvSpPr>
          <p:cNvPr id="98" name=""/>
          <p:cNvSpPr txBox="1"/>
          <p:nvPr/>
        </p:nvSpPr>
        <p:spPr>
          <a:xfrm>
            <a:off x="533520" y="5366160"/>
            <a:ext cx="828360" cy="399600"/>
          </a:xfrm>
          <a:prstGeom prst="rect">
            <a:avLst/>
          </a:prstGeom>
          <a:noFill/>
          <a:ln w="0">
            <a:noFill/>
          </a:ln>
        </p:spPr>
        <p:txBody>
          <a:bodyPr wrap="none" lIns="0" rIns="0" tIns="0" bIns="0" anchor="t">
            <a:noAutofit/>
          </a:bodyPr>
          <a:p>
            <a:r>
              <a:rPr b="0" lang="zh-CN" sz="2170" spc="-1" strike="noStrike">
                <a:solidFill>
                  <a:srgbClr val="111111"/>
                </a:solidFill>
                <a:latin typeface="NotoSansCJKjp"/>
                <a:ea typeface="NotoSansCJKjp"/>
              </a:rPr>
              <a:t>空⾏は</a:t>
            </a:r>
            <a:endParaRPr b="0" lang="en-US" sz="2170" spc="-1" strike="noStrike">
              <a:solidFill>
                <a:srgbClr val="000000"/>
              </a:solidFill>
              <a:latin typeface="Times New Roman"/>
            </a:endParaRPr>
          </a:p>
        </p:txBody>
      </p:sp>
      <p:sp>
        <p:nvSpPr>
          <p:cNvPr id="99" name=""/>
          <p:cNvSpPr txBox="1"/>
          <p:nvPr/>
        </p:nvSpPr>
        <p:spPr>
          <a:xfrm>
            <a:off x="1456200" y="5490000"/>
            <a:ext cx="563040" cy="265680"/>
          </a:xfrm>
          <a:prstGeom prst="rect">
            <a:avLst/>
          </a:prstGeom>
          <a:noFill/>
          <a:ln w="0">
            <a:noFill/>
          </a:ln>
        </p:spPr>
        <p:txBody>
          <a:bodyPr wrap="none" lIns="0" rIns="0" tIns="0" bIns="0" anchor="t">
            <a:noAutofit/>
          </a:bodyPr>
          <a:p>
            <a:r>
              <a:rPr b="0" lang="en-US" sz="1850" spc="-1" strike="noStrike">
                <a:solidFill>
                  <a:srgbClr val="111111"/>
                </a:solidFill>
                <a:latin typeface="Courier New"/>
                <a:ea typeface="Courier New"/>
              </a:rPr>
              <a:t>&lt;br&gt;</a:t>
            </a:r>
            <a:endParaRPr b="0" lang="en-US" sz="1850" spc="-1" strike="noStrike">
              <a:solidFill>
                <a:srgbClr val="000000"/>
              </a:solidFill>
              <a:latin typeface="Times New Roman"/>
            </a:endParaRPr>
          </a:p>
        </p:txBody>
      </p:sp>
      <p:sp>
        <p:nvSpPr>
          <p:cNvPr id="100" name=""/>
          <p:cNvSpPr txBox="1"/>
          <p:nvPr/>
        </p:nvSpPr>
        <p:spPr>
          <a:xfrm>
            <a:off x="2113560" y="5366160"/>
            <a:ext cx="3862440" cy="399600"/>
          </a:xfrm>
          <a:prstGeom prst="rect">
            <a:avLst/>
          </a:prstGeom>
          <a:noFill/>
          <a:ln w="0">
            <a:noFill/>
          </a:ln>
        </p:spPr>
        <p:txBody>
          <a:bodyPr wrap="none" lIns="0" rIns="0" tIns="0" bIns="0" anchor="t">
            <a:noAutofit/>
          </a:bodyPr>
          <a:p>
            <a:r>
              <a:rPr b="0" lang="zh-CN" sz="2170" spc="-1" strike="noStrike">
                <a:solidFill>
                  <a:srgbClr val="111111"/>
                </a:solidFill>
                <a:latin typeface="NotoSansCJKjp"/>
                <a:ea typeface="NotoSansCJKjp"/>
              </a:rPr>
              <a:t>を使えば⼊れる事ができます。</a:t>
            </a:r>
            <a:endParaRPr b="0" lang="en-US" sz="2170" spc="-1" strike="noStrike">
              <a:solidFill>
                <a:srgbClr val="000000"/>
              </a:solidFill>
              <a:latin typeface="Times New Roman"/>
            </a:endParaRPr>
          </a:p>
        </p:txBody>
      </p:sp>
      <p:sp>
        <p:nvSpPr>
          <p:cNvPr id="101" name=""/>
          <p:cNvSpPr/>
          <p:nvPr/>
        </p:nvSpPr>
        <p:spPr>
          <a:xfrm>
            <a:off x="533160" y="561960"/>
            <a:ext cx="267120" cy="57240"/>
          </a:xfrm>
          <a:custGeom>
            <a:avLst/>
            <a:gdLst/>
            <a:ahLst/>
            <a:rect l="0" t="0" r="r" b="b"/>
            <a:pathLst>
              <a:path w="742" h="159">
                <a:moveTo>
                  <a:pt x="0" y="106"/>
                </a:moveTo>
                <a:lnTo>
                  <a:pt x="0" y="52"/>
                </a:lnTo>
                <a:cubicBezTo>
                  <a:pt x="0" y="45"/>
                  <a:pt x="2" y="39"/>
                  <a:pt x="4" y="32"/>
                </a:cubicBezTo>
                <a:cubicBezTo>
                  <a:pt x="7" y="26"/>
                  <a:pt x="11" y="20"/>
                  <a:pt x="16" y="15"/>
                </a:cubicBezTo>
                <a:cubicBezTo>
                  <a:pt x="21" y="10"/>
                  <a:pt x="26" y="6"/>
                  <a:pt x="33" y="4"/>
                </a:cubicBezTo>
                <a:cubicBezTo>
                  <a:pt x="39" y="1"/>
                  <a:pt x="46" y="0"/>
                  <a:pt x="53" y="0"/>
                </a:cubicBezTo>
                <a:lnTo>
                  <a:pt x="689" y="0"/>
                </a:lnTo>
                <a:cubicBezTo>
                  <a:pt x="696" y="0"/>
                  <a:pt x="703" y="1"/>
                  <a:pt x="709" y="4"/>
                </a:cubicBezTo>
                <a:cubicBezTo>
                  <a:pt x="716" y="6"/>
                  <a:pt x="722" y="10"/>
                  <a:pt x="727" y="15"/>
                </a:cubicBezTo>
                <a:cubicBezTo>
                  <a:pt x="731" y="20"/>
                  <a:pt x="735" y="26"/>
                  <a:pt x="738" y="32"/>
                </a:cubicBezTo>
                <a:cubicBezTo>
                  <a:pt x="741" y="39"/>
                  <a:pt x="742" y="45"/>
                  <a:pt x="742" y="52"/>
                </a:cubicBezTo>
                <a:lnTo>
                  <a:pt x="742" y="106"/>
                </a:lnTo>
                <a:cubicBezTo>
                  <a:pt x="742" y="113"/>
                  <a:pt x="741" y="120"/>
                  <a:pt x="738" y="127"/>
                </a:cubicBezTo>
                <a:cubicBezTo>
                  <a:pt x="735" y="133"/>
                  <a:pt x="731" y="139"/>
                  <a:pt x="727" y="144"/>
                </a:cubicBezTo>
                <a:cubicBezTo>
                  <a:pt x="722" y="149"/>
                  <a:pt x="716" y="153"/>
                  <a:pt x="709" y="155"/>
                </a:cubicBezTo>
                <a:cubicBezTo>
                  <a:pt x="703" y="158"/>
                  <a:pt x="696" y="159"/>
                  <a:pt x="689" y="159"/>
                </a:cubicBezTo>
                <a:lnTo>
                  <a:pt x="53" y="159"/>
                </a:lnTo>
                <a:cubicBezTo>
                  <a:pt x="46" y="159"/>
                  <a:pt x="39" y="158"/>
                  <a:pt x="33" y="155"/>
                </a:cubicBezTo>
                <a:cubicBezTo>
                  <a:pt x="26" y="153"/>
                  <a:pt x="21" y="149"/>
                  <a:pt x="16" y="144"/>
                </a:cubicBezTo>
                <a:cubicBezTo>
                  <a:pt x="11" y="139"/>
                  <a:pt x="7" y="133"/>
                  <a:pt x="4" y="127"/>
                </a:cubicBezTo>
                <a:cubicBezTo>
                  <a:pt x="2" y="120"/>
                  <a:pt x="0" y="113"/>
                  <a:pt x="0" y="106"/>
                </a:cubicBez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102" name=""/>
          <p:cNvSpPr txBox="1"/>
          <p:nvPr/>
        </p:nvSpPr>
        <p:spPr>
          <a:xfrm>
            <a:off x="914400" y="351000"/>
            <a:ext cx="1987920" cy="360000"/>
          </a:xfrm>
          <a:prstGeom prst="rect">
            <a:avLst/>
          </a:prstGeom>
          <a:noFill/>
          <a:ln w="0">
            <a:noFill/>
          </a:ln>
        </p:spPr>
        <p:txBody>
          <a:bodyPr wrap="none" lIns="0" rIns="0" tIns="0" bIns="0" anchor="t">
            <a:noAutofit/>
          </a:bodyPr>
          <a:p>
            <a:r>
              <a:rPr b="0" lang="zh-CN" sz="1950" spc="-1" strike="noStrike">
                <a:solidFill>
                  <a:srgbClr val="111111"/>
                </a:solidFill>
                <a:latin typeface="NotoSansCJKjp"/>
                <a:ea typeface="NotoSansCJKjp"/>
              </a:rPr>
              <a:t>⽂字装飾サンプル</a:t>
            </a:r>
            <a:endParaRPr b="0" lang="en-US" sz="1950" spc="-1" strike="noStrike">
              <a:solidFill>
                <a:srgbClr val="000000"/>
              </a:solidFill>
              <a:latin typeface="Times New Roman"/>
            </a:endParaRPr>
          </a:p>
        </p:txBody>
      </p:sp>
      <p:sp>
        <p:nvSpPr>
          <p:cNvPr id="103" name=""/>
          <p:cNvSpPr txBox="1"/>
          <p:nvPr/>
        </p:nvSpPr>
        <p:spPr>
          <a:xfrm>
            <a:off x="11946240" y="6458400"/>
            <a:ext cx="304560" cy="340200"/>
          </a:xfrm>
          <a:prstGeom prst="rect">
            <a:avLst/>
          </a:prstGeom>
          <a:noFill/>
          <a:ln w="0">
            <a:noFill/>
          </a:ln>
        </p:spPr>
        <p:txBody>
          <a:bodyPr wrap="none" lIns="0" rIns="0" tIns="0" bIns="0" anchor="t">
            <a:noAutofit/>
          </a:bodyPr>
          <a:p>
            <a:r>
              <a:rPr b="0" lang="en-US" sz="2400" spc="-1" strike="noStrike">
                <a:solidFill>
                  <a:srgbClr val="111111"/>
                </a:solidFill>
                <a:latin typeface="Arial"/>
                <a:ea typeface="Arial"/>
              </a:rPr>
              <a:t>6</a:t>
            </a:r>
            <a:endParaRPr b="0" lang="en-US"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10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106"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c9c9c9"/>
          </a:solidFill>
          <a:ln w="0">
            <a:noFill/>
          </a:ln>
        </p:spPr>
        <p:txBody>
          <a:bodyPr lIns="0" rIns="0" tIns="0" bIns="0" anchor="t">
            <a:noAutofit/>
          </a:bodyPr>
          <a:p>
            <a:endParaRPr b="0" lang="en-US" sz="2400" spc="-1" strike="noStrike">
              <a:solidFill>
                <a:srgbClr val="000000"/>
              </a:solidFill>
              <a:latin typeface="Times New Roman"/>
            </a:endParaRPr>
          </a:p>
        </p:txBody>
      </p:sp>
      <p:sp>
        <p:nvSpPr>
          <p:cNvPr id="107" name=""/>
          <p:cNvSpPr/>
          <p:nvPr/>
        </p:nvSpPr>
        <p:spPr>
          <a:xfrm>
            <a:off x="228240" y="228240"/>
            <a:ext cx="11735280" cy="6401160"/>
          </a:xfrm>
          <a:custGeom>
            <a:avLst/>
            <a:gdLst/>
            <a:ahLst/>
            <a:rect l="0" t="0" r="r" b="b"/>
            <a:pathLst>
              <a:path w="32598" h="17781">
                <a:moveTo>
                  <a:pt x="530" y="0"/>
                </a:moveTo>
                <a:lnTo>
                  <a:pt x="32069" y="0"/>
                </a:lnTo>
                <a:cubicBezTo>
                  <a:pt x="32104" y="0"/>
                  <a:pt x="32138" y="4"/>
                  <a:pt x="32172" y="11"/>
                </a:cubicBezTo>
                <a:cubicBezTo>
                  <a:pt x="32206" y="17"/>
                  <a:pt x="32239" y="27"/>
                  <a:pt x="32271" y="41"/>
                </a:cubicBezTo>
                <a:cubicBezTo>
                  <a:pt x="32304" y="54"/>
                  <a:pt x="32334" y="70"/>
                  <a:pt x="32363" y="90"/>
                </a:cubicBezTo>
                <a:cubicBezTo>
                  <a:pt x="32392" y="109"/>
                  <a:pt x="32419" y="131"/>
                  <a:pt x="32443" y="155"/>
                </a:cubicBezTo>
                <a:cubicBezTo>
                  <a:pt x="32468" y="180"/>
                  <a:pt x="32490" y="207"/>
                  <a:pt x="32509" y="236"/>
                </a:cubicBezTo>
                <a:cubicBezTo>
                  <a:pt x="32528" y="265"/>
                  <a:pt x="32545" y="295"/>
                  <a:pt x="32558" y="327"/>
                </a:cubicBezTo>
                <a:cubicBezTo>
                  <a:pt x="32571" y="359"/>
                  <a:pt x="32581" y="392"/>
                  <a:pt x="32588" y="426"/>
                </a:cubicBezTo>
                <a:cubicBezTo>
                  <a:pt x="32595" y="461"/>
                  <a:pt x="32598" y="495"/>
                  <a:pt x="32598" y="530"/>
                </a:cubicBezTo>
                <a:lnTo>
                  <a:pt x="32598" y="17252"/>
                </a:lnTo>
                <a:cubicBezTo>
                  <a:pt x="32598" y="17287"/>
                  <a:pt x="32595" y="17321"/>
                  <a:pt x="32588" y="17356"/>
                </a:cubicBezTo>
                <a:cubicBezTo>
                  <a:pt x="32581" y="17390"/>
                  <a:pt x="32571" y="17423"/>
                  <a:pt x="32558" y="17455"/>
                </a:cubicBezTo>
                <a:cubicBezTo>
                  <a:pt x="32545" y="17487"/>
                  <a:pt x="32528" y="17517"/>
                  <a:pt x="32509" y="17546"/>
                </a:cubicBezTo>
                <a:cubicBezTo>
                  <a:pt x="32490" y="17575"/>
                  <a:pt x="32468" y="17602"/>
                  <a:pt x="32443" y="17627"/>
                </a:cubicBezTo>
                <a:cubicBezTo>
                  <a:pt x="32419" y="17651"/>
                  <a:pt x="32392" y="17673"/>
                  <a:pt x="32363" y="17692"/>
                </a:cubicBezTo>
                <a:cubicBezTo>
                  <a:pt x="32334" y="17712"/>
                  <a:pt x="32304" y="17728"/>
                  <a:pt x="32271" y="17741"/>
                </a:cubicBezTo>
                <a:cubicBezTo>
                  <a:pt x="32239" y="17755"/>
                  <a:pt x="32206" y="17765"/>
                  <a:pt x="32172" y="17771"/>
                </a:cubicBezTo>
                <a:cubicBezTo>
                  <a:pt x="32138" y="17778"/>
                  <a:pt x="32104" y="17781"/>
                  <a:pt x="32069" y="17781"/>
                </a:cubicBezTo>
                <a:lnTo>
                  <a:pt x="530" y="17781"/>
                </a:lnTo>
                <a:cubicBezTo>
                  <a:pt x="495" y="17781"/>
                  <a:pt x="461" y="17778"/>
                  <a:pt x="426" y="17771"/>
                </a:cubicBezTo>
                <a:cubicBezTo>
                  <a:pt x="392" y="17765"/>
                  <a:pt x="359" y="17755"/>
                  <a:pt x="327" y="17741"/>
                </a:cubicBezTo>
                <a:cubicBezTo>
                  <a:pt x="295" y="17728"/>
                  <a:pt x="265" y="17712"/>
                  <a:pt x="236" y="17692"/>
                </a:cubicBezTo>
                <a:cubicBezTo>
                  <a:pt x="207" y="17673"/>
                  <a:pt x="180" y="17651"/>
                  <a:pt x="155" y="17627"/>
                </a:cubicBezTo>
                <a:cubicBezTo>
                  <a:pt x="131" y="17602"/>
                  <a:pt x="109" y="17575"/>
                  <a:pt x="90" y="17546"/>
                </a:cubicBezTo>
                <a:cubicBezTo>
                  <a:pt x="70" y="17517"/>
                  <a:pt x="54" y="17487"/>
                  <a:pt x="41" y="17455"/>
                </a:cubicBezTo>
                <a:cubicBezTo>
                  <a:pt x="27" y="17423"/>
                  <a:pt x="17" y="17390"/>
                  <a:pt x="11" y="17356"/>
                </a:cubicBezTo>
                <a:cubicBezTo>
                  <a:pt x="4" y="17321"/>
                  <a:pt x="0" y="17287"/>
                  <a:pt x="0" y="17252"/>
                </a:cubicBezTo>
                <a:lnTo>
                  <a:pt x="0" y="530"/>
                </a:lnTo>
                <a:cubicBezTo>
                  <a:pt x="0" y="495"/>
                  <a:pt x="4" y="461"/>
                  <a:pt x="11" y="426"/>
                </a:cubicBezTo>
                <a:cubicBezTo>
                  <a:pt x="17" y="392"/>
                  <a:pt x="27" y="359"/>
                  <a:pt x="41" y="327"/>
                </a:cubicBezTo>
                <a:cubicBezTo>
                  <a:pt x="54" y="295"/>
                  <a:pt x="70" y="265"/>
                  <a:pt x="90" y="236"/>
                </a:cubicBezTo>
                <a:cubicBezTo>
                  <a:pt x="109" y="207"/>
                  <a:pt x="131" y="180"/>
                  <a:pt x="155" y="155"/>
                </a:cubicBezTo>
                <a:cubicBezTo>
                  <a:pt x="180" y="131"/>
                  <a:pt x="207" y="109"/>
                  <a:pt x="236" y="90"/>
                </a:cubicBezTo>
                <a:cubicBezTo>
                  <a:pt x="265" y="70"/>
                  <a:pt x="295" y="54"/>
                  <a:pt x="327" y="41"/>
                </a:cubicBezTo>
                <a:cubicBezTo>
                  <a:pt x="359" y="27"/>
                  <a:pt x="392" y="17"/>
                  <a:pt x="426" y="11"/>
                </a:cubicBezTo>
                <a:cubicBezTo>
                  <a:pt x="461" y="4"/>
                  <a:pt x="495" y="0"/>
                  <a:pt x="530" y="0"/>
                </a:cubicBez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pic>
        <p:nvPicPr>
          <p:cNvPr id="108" name="" descr=""/>
          <p:cNvPicPr/>
          <p:nvPr/>
        </p:nvPicPr>
        <p:blipFill>
          <a:blip r:embed="rId1"/>
          <a:stretch/>
        </p:blipFill>
        <p:spPr>
          <a:xfrm>
            <a:off x="10515600" y="38160"/>
            <a:ext cx="1142640" cy="1142640"/>
          </a:xfrm>
          <a:prstGeom prst="rect">
            <a:avLst/>
          </a:prstGeom>
          <a:ln w="0">
            <a:noFill/>
          </a:ln>
        </p:spPr>
      </p:pic>
      <p:sp>
        <p:nvSpPr>
          <p:cNvPr id="109" name=""/>
          <p:cNvSpPr txBox="1"/>
          <p:nvPr/>
        </p:nvSpPr>
        <p:spPr>
          <a:xfrm>
            <a:off x="533520" y="940680"/>
            <a:ext cx="275760" cy="308160"/>
          </a:xfrm>
          <a:prstGeom prst="rect">
            <a:avLst/>
          </a:prstGeom>
          <a:noFill/>
          <a:ln w="0">
            <a:noFill/>
          </a:ln>
        </p:spPr>
        <p:txBody>
          <a:bodyPr wrap="none" lIns="0" rIns="0" tIns="0" bIns="0" anchor="t">
            <a:noAutofit/>
          </a:bodyPr>
          <a:p>
            <a:r>
              <a:rPr b="0" lang="en-US" sz="2170" spc="-1" strike="noStrike">
                <a:solidFill>
                  <a:srgbClr val="111111"/>
                </a:solidFill>
                <a:latin typeface="Arial"/>
                <a:ea typeface="Arial"/>
              </a:rPr>
              <a:t>1</a:t>
            </a:r>
            <a:endParaRPr b="0" lang="en-US" sz="2170" spc="-1" strike="noStrike">
              <a:solidFill>
                <a:srgbClr val="000000"/>
              </a:solidFill>
              <a:latin typeface="Times New Roman"/>
            </a:endParaRPr>
          </a:p>
        </p:txBody>
      </p:sp>
      <p:sp>
        <p:nvSpPr>
          <p:cNvPr id="110" name=""/>
          <p:cNvSpPr txBox="1"/>
          <p:nvPr/>
        </p:nvSpPr>
        <p:spPr>
          <a:xfrm>
            <a:off x="686880" y="870120"/>
            <a:ext cx="828360" cy="399600"/>
          </a:xfrm>
          <a:prstGeom prst="rect">
            <a:avLst/>
          </a:prstGeom>
          <a:noFill/>
          <a:ln w="0">
            <a:noFill/>
          </a:ln>
        </p:spPr>
        <p:txBody>
          <a:bodyPr wrap="none" lIns="0" rIns="0" tIns="0" bIns="0" anchor="t">
            <a:noAutofit/>
          </a:bodyPr>
          <a:p>
            <a:r>
              <a:rPr b="0" lang="zh-CN" sz="2170" spc="-1" strike="noStrike">
                <a:solidFill>
                  <a:srgbClr val="111111"/>
                </a:solidFill>
                <a:latin typeface="NotoSansCJKjp"/>
                <a:ea typeface="NotoSansCJKjp"/>
              </a:rPr>
              <a:t>⾏数式</a:t>
            </a:r>
            <a:endParaRPr b="0" lang="en-US" sz="2170" spc="-1" strike="noStrike">
              <a:solidFill>
                <a:srgbClr val="000000"/>
              </a:solidFill>
              <a:latin typeface="Times New Roman"/>
            </a:endParaRPr>
          </a:p>
        </p:txBody>
      </p:sp>
      <p:sp>
        <p:nvSpPr>
          <p:cNvPr id="111" name=""/>
          <p:cNvSpPr txBox="1"/>
          <p:nvPr/>
        </p:nvSpPr>
        <p:spPr>
          <a:xfrm>
            <a:off x="1515600" y="940680"/>
            <a:ext cx="275760" cy="308160"/>
          </a:xfrm>
          <a:prstGeom prst="rect">
            <a:avLst/>
          </a:prstGeom>
          <a:noFill/>
          <a:ln w="0">
            <a:noFill/>
          </a:ln>
        </p:spPr>
        <p:txBody>
          <a:bodyPr wrap="none" lIns="0" rIns="0" tIns="0" bIns="0" anchor="t">
            <a:noAutofit/>
          </a:bodyPr>
          <a:p>
            <a:r>
              <a:rPr b="0" lang="en-US" sz="2170" spc="-1" strike="noStrike">
                <a:solidFill>
                  <a:srgbClr val="111111"/>
                </a:solidFill>
                <a:latin typeface="Arial"/>
                <a:ea typeface="Arial"/>
              </a:rPr>
              <a:t>:</a:t>
            </a:r>
            <a:endParaRPr b="0" lang="en-US" sz="2170" spc="-1" strike="noStrike">
              <a:solidFill>
                <a:srgbClr val="000000"/>
              </a:solidFill>
              <a:latin typeface="Times New Roman"/>
            </a:endParaRPr>
          </a:p>
        </p:txBody>
      </p:sp>
      <p:sp>
        <p:nvSpPr>
          <p:cNvPr id="112" name=""/>
          <p:cNvSpPr txBox="1"/>
          <p:nvPr/>
        </p:nvSpPr>
        <p:spPr>
          <a:xfrm>
            <a:off x="5454360" y="1357200"/>
            <a:ext cx="977400" cy="454680"/>
          </a:xfrm>
          <a:prstGeom prst="rect">
            <a:avLst/>
          </a:prstGeom>
          <a:noFill/>
          <a:ln w="0">
            <a:noFill/>
          </a:ln>
        </p:spPr>
        <p:txBody>
          <a:bodyPr wrap="none" lIns="0" rIns="0" tIns="0" bIns="0" anchor="t">
            <a:noAutofit/>
          </a:bodyPr>
          <a:p>
            <a:r>
              <a:rPr b="0" i="1" lang="en-US" sz="2630" spc="-1" strike="noStrike">
                <a:solidFill>
                  <a:srgbClr val="111111"/>
                </a:solidFill>
                <a:latin typeface="KaTeX_Math"/>
                <a:ea typeface="KaTeX_Math"/>
              </a:rPr>
              <a:t>E</a:t>
            </a:r>
            <a:r>
              <a:rPr b="0" lang="en-US" sz="2630" spc="-1" strike="noStrike">
                <a:solidFill>
                  <a:srgbClr val="111111"/>
                </a:solidFill>
                <a:latin typeface="KaTeX_Main"/>
                <a:ea typeface="KaTeX_Main"/>
              </a:rPr>
              <a:t> =</a:t>
            </a:r>
            <a:r>
              <a:rPr b="0" i="1" lang="en-US" sz="2630" spc="-1" strike="noStrike">
                <a:solidFill>
                  <a:srgbClr val="111111"/>
                </a:solidFill>
                <a:latin typeface="KaTeX_Math"/>
                <a:ea typeface="KaTeX_Math"/>
              </a:rPr>
              <a:t> mc</a:t>
            </a:r>
            <a:endParaRPr b="0" lang="en-US" sz="2630" spc="-1" strike="noStrike">
              <a:solidFill>
                <a:srgbClr val="000000"/>
              </a:solidFill>
              <a:latin typeface="Times New Roman"/>
            </a:endParaRPr>
          </a:p>
        </p:txBody>
      </p:sp>
      <p:sp>
        <p:nvSpPr>
          <p:cNvPr id="113" name=""/>
          <p:cNvSpPr txBox="1"/>
          <p:nvPr/>
        </p:nvSpPr>
        <p:spPr>
          <a:xfrm>
            <a:off x="6603840" y="1330920"/>
            <a:ext cx="233640" cy="318960"/>
          </a:xfrm>
          <a:prstGeom prst="rect">
            <a:avLst/>
          </a:prstGeom>
          <a:noFill/>
          <a:ln w="0">
            <a:noFill/>
          </a:ln>
        </p:spPr>
        <p:txBody>
          <a:bodyPr wrap="none" lIns="0" rIns="0" tIns="0" bIns="0" anchor="t">
            <a:noAutofit/>
          </a:bodyPr>
          <a:p>
            <a:r>
              <a:rPr b="0" lang="en-US" sz="1840" spc="-1" strike="noStrike">
                <a:solidFill>
                  <a:srgbClr val="111111"/>
                </a:solidFill>
                <a:latin typeface="KaTeX_Main"/>
                <a:ea typeface="KaTeX_Main"/>
              </a:rPr>
              <a:t>2</a:t>
            </a:r>
            <a:endParaRPr b="0" lang="en-US" sz="1840" spc="-1" strike="noStrike">
              <a:solidFill>
                <a:srgbClr val="000000"/>
              </a:solidFill>
              <a:latin typeface="Times New Roman"/>
            </a:endParaRPr>
          </a:p>
        </p:txBody>
      </p:sp>
      <p:sp>
        <p:nvSpPr>
          <p:cNvPr id="114" name=""/>
          <p:cNvSpPr txBox="1"/>
          <p:nvPr/>
        </p:nvSpPr>
        <p:spPr>
          <a:xfrm>
            <a:off x="533520" y="1927440"/>
            <a:ext cx="1655640" cy="399600"/>
          </a:xfrm>
          <a:prstGeom prst="rect">
            <a:avLst/>
          </a:prstGeom>
          <a:noFill/>
          <a:ln w="0">
            <a:noFill/>
          </a:ln>
        </p:spPr>
        <p:txBody>
          <a:bodyPr wrap="none" lIns="0" rIns="0" tIns="0" bIns="0" anchor="t">
            <a:noAutofit/>
          </a:bodyPr>
          <a:p>
            <a:r>
              <a:rPr b="0" lang="zh-CN" sz="2170" spc="-1" strike="noStrike">
                <a:solidFill>
                  <a:srgbClr val="111111"/>
                </a:solidFill>
                <a:latin typeface="NotoSansCJKjp"/>
                <a:ea typeface="NotoSansCJKjp"/>
              </a:rPr>
              <a:t>⽂章中の数式</a:t>
            </a:r>
            <a:endParaRPr b="0" lang="en-US" sz="2170" spc="-1" strike="noStrike">
              <a:solidFill>
                <a:srgbClr val="000000"/>
              </a:solidFill>
              <a:latin typeface="Times New Roman"/>
            </a:endParaRPr>
          </a:p>
        </p:txBody>
      </p:sp>
      <p:sp>
        <p:nvSpPr>
          <p:cNvPr id="115" name=""/>
          <p:cNvSpPr txBox="1"/>
          <p:nvPr/>
        </p:nvSpPr>
        <p:spPr>
          <a:xfrm>
            <a:off x="2190600" y="1998000"/>
            <a:ext cx="275760" cy="308160"/>
          </a:xfrm>
          <a:prstGeom prst="rect">
            <a:avLst/>
          </a:prstGeom>
          <a:noFill/>
          <a:ln w="0">
            <a:noFill/>
          </a:ln>
        </p:spPr>
        <p:txBody>
          <a:bodyPr wrap="none" lIns="0" rIns="0" tIns="0" bIns="0" anchor="t">
            <a:noAutofit/>
          </a:bodyPr>
          <a:p>
            <a:r>
              <a:rPr b="0" lang="en-US" sz="2170" spc="-1" strike="noStrike">
                <a:solidFill>
                  <a:srgbClr val="111111"/>
                </a:solidFill>
                <a:latin typeface="Arial"/>
                <a:ea typeface="Arial"/>
              </a:rPr>
              <a:t>: </a:t>
            </a:r>
            <a:endParaRPr b="0" lang="en-US" sz="2170" spc="-1" strike="noStrike">
              <a:solidFill>
                <a:srgbClr val="000000"/>
              </a:solidFill>
              <a:latin typeface="Times New Roman"/>
            </a:endParaRPr>
          </a:p>
        </p:txBody>
      </p:sp>
      <p:sp>
        <p:nvSpPr>
          <p:cNvPr id="116" name=""/>
          <p:cNvSpPr txBox="1"/>
          <p:nvPr/>
        </p:nvSpPr>
        <p:spPr>
          <a:xfrm>
            <a:off x="2344320" y="1927440"/>
            <a:ext cx="1655640" cy="399600"/>
          </a:xfrm>
          <a:prstGeom prst="rect">
            <a:avLst/>
          </a:prstGeom>
          <a:noFill/>
          <a:ln w="0">
            <a:noFill/>
          </a:ln>
        </p:spPr>
        <p:txBody>
          <a:bodyPr wrap="none" lIns="0" rIns="0" tIns="0" bIns="0" anchor="t">
            <a:noAutofit/>
          </a:bodyPr>
          <a:p>
            <a:r>
              <a:rPr b="0" lang="zh-CN" sz="2170" spc="-1" strike="noStrike">
                <a:solidFill>
                  <a:srgbClr val="111111"/>
                </a:solidFill>
                <a:latin typeface="NotoSansCJKjp"/>
                <a:ea typeface="NotoSansCJKjp"/>
              </a:rPr>
              <a:t>運動⽅程式は</a:t>
            </a:r>
            <a:endParaRPr b="0" lang="en-US" sz="2170" spc="-1" strike="noStrike">
              <a:solidFill>
                <a:srgbClr val="000000"/>
              </a:solidFill>
              <a:latin typeface="Times New Roman"/>
            </a:endParaRPr>
          </a:p>
        </p:txBody>
      </p:sp>
      <p:sp>
        <p:nvSpPr>
          <p:cNvPr id="117" name=""/>
          <p:cNvSpPr txBox="1"/>
          <p:nvPr/>
        </p:nvSpPr>
        <p:spPr>
          <a:xfrm>
            <a:off x="4001760" y="1998000"/>
            <a:ext cx="275760" cy="308160"/>
          </a:xfrm>
          <a:prstGeom prst="rect">
            <a:avLst/>
          </a:prstGeom>
          <a:noFill/>
          <a:ln w="0">
            <a:noFill/>
          </a:ln>
        </p:spPr>
        <p:txBody>
          <a:bodyPr wrap="none" lIns="0" rIns="0" tIns="0" bIns="0" anchor="t">
            <a:noAutofit/>
          </a:bodyPr>
          <a:p>
            <a:r>
              <a:rPr b="0" lang="en-US" sz="2170" spc="-1" strike="noStrike">
                <a:solidFill>
                  <a:srgbClr val="111111"/>
                </a:solidFill>
                <a:latin typeface="Arial"/>
                <a:ea typeface="Arial"/>
              </a:rPr>
              <a:t> </a:t>
            </a:r>
            <a:endParaRPr b="0" lang="en-US" sz="2170" spc="-1" strike="noStrike">
              <a:solidFill>
                <a:srgbClr val="000000"/>
              </a:solidFill>
              <a:latin typeface="Times New Roman"/>
            </a:endParaRPr>
          </a:p>
        </p:txBody>
      </p:sp>
      <p:sp>
        <p:nvSpPr>
          <p:cNvPr id="118" name=""/>
          <p:cNvSpPr txBox="1"/>
          <p:nvPr/>
        </p:nvSpPr>
        <p:spPr>
          <a:xfrm>
            <a:off x="5255280" y="1998000"/>
            <a:ext cx="275760" cy="308160"/>
          </a:xfrm>
          <a:prstGeom prst="rect">
            <a:avLst/>
          </a:prstGeom>
          <a:noFill/>
          <a:ln w="0">
            <a:noFill/>
          </a:ln>
        </p:spPr>
        <p:txBody>
          <a:bodyPr wrap="none" lIns="0" rIns="0" tIns="0" bIns="0" anchor="t">
            <a:noAutofit/>
          </a:bodyPr>
          <a:p>
            <a:r>
              <a:rPr b="0" lang="en-US" sz="2170" spc="-1" strike="noStrike">
                <a:solidFill>
                  <a:srgbClr val="111111"/>
                </a:solidFill>
                <a:latin typeface="Arial"/>
                <a:ea typeface="Arial"/>
              </a:rPr>
              <a:t> </a:t>
            </a:r>
            <a:endParaRPr b="0" lang="en-US" sz="2170" spc="-1" strike="noStrike">
              <a:solidFill>
                <a:srgbClr val="000000"/>
              </a:solidFill>
              <a:latin typeface="Times New Roman"/>
            </a:endParaRPr>
          </a:p>
        </p:txBody>
      </p:sp>
      <p:sp>
        <p:nvSpPr>
          <p:cNvPr id="119" name=""/>
          <p:cNvSpPr txBox="1"/>
          <p:nvPr/>
        </p:nvSpPr>
        <p:spPr>
          <a:xfrm>
            <a:off x="5331960" y="1927440"/>
            <a:ext cx="1104120" cy="399600"/>
          </a:xfrm>
          <a:prstGeom prst="rect">
            <a:avLst/>
          </a:prstGeom>
          <a:noFill/>
          <a:ln w="0">
            <a:noFill/>
          </a:ln>
        </p:spPr>
        <p:txBody>
          <a:bodyPr wrap="none" lIns="0" rIns="0" tIns="0" bIns="0" anchor="t">
            <a:noAutofit/>
          </a:bodyPr>
          <a:p>
            <a:r>
              <a:rPr b="0" lang="zh-CN" sz="2170" spc="-1" strike="noStrike">
                <a:solidFill>
                  <a:srgbClr val="111111"/>
                </a:solidFill>
                <a:latin typeface="NotoSansCJKjp"/>
                <a:ea typeface="NotoSansCJKjp"/>
              </a:rPr>
              <a:t>で表せる</a:t>
            </a:r>
            <a:endParaRPr b="0" lang="en-US" sz="2170" spc="-1" strike="noStrike">
              <a:solidFill>
                <a:srgbClr val="000000"/>
              </a:solidFill>
              <a:latin typeface="Times New Roman"/>
            </a:endParaRPr>
          </a:p>
        </p:txBody>
      </p:sp>
      <p:sp>
        <p:nvSpPr>
          <p:cNvPr id="120" name=""/>
          <p:cNvSpPr txBox="1"/>
          <p:nvPr/>
        </p:nvSpPr>
        <p:spPr>
          <a:xfrm>
            <a:off x="533520" y="2851560"/>
            <a:ext cx="552240" cy="399600"/>
          </a:xfrm>
          <a:prstGeom prst="rect">
            <a:avLst/>
          </a:prstGeom>
          <a:noFill/>
          <a:ln w="0">
            <a:noFill/>
          </a:ln>
        </p:spPr>
        <p:txBody>
          <a:bodyPr wrap="none" lIns="0" rIns="0" tIns="0" bIns="0" anchor="t">
            <a:noAutofit/>
          </a:bodyPr>
          <a:p>
            <a:r>
              <a:rPr b="0" lang="zh-CN" sz="2170" spc="-1" strike="noStrike">
                <a:solidFill>
                  <a:srgbClr val="111111"/>
                </a:solidFill>
                <a:latin typeface="NotoSansCJKjp"/>
                <a:ea typeface="NotoSansCJKjp"/>
              </a:rPr>
              <a:t>補⾜</a:t>
            </a:r>
            <a:endParaRPr b="0" lang="en-US" sz="2170" spc="-1" strike="noStrike">
              <a:solidFill>
                <a:srgbClr val="000000"/>
              </a:solidFill>
              <a:latin typeface="Times New Roman"/>
            </a:endParaRPr>
          </a:p>
        </p:txBody>
      </p:sp>
      <p:sp>
        <p:nvSpPr>
          <p:cNvPr id="121" name=""/>
          <p:cNvSpPr txBox="1"/>
          <p:nvPr/>
        </p:nvSpPr>
        <p:spPr>
          <a:xfrm>
            <a:off x="533520" y="3340800"/>
            <a:ext cx="750600" cy="308160"/>
          </a:xfrm>
          <a:prstGeom prst="rect">
            <a:avLst/>
          </a:prstGeom>
          <a:noFill/>
          <a:ln w="0">
            <a:noFill/>
          </a:ln>
        </p:spPr>
        <p:txBody>
          <a:bodyPr wrap="none" lIns="0" rIns="0" tIns="0" bIns="0" anchor="t">
            <a:noAutofit/>
          </a:bodyPr>
          <a:p>
            <a:r>
              <a:rPr b="0" lang="en-US" sz="2170" spc="-1" strike="noStrike">
                <a:solidFill>
                  <a:srgbClr val="111111"/>
                </a:solidFill>
                <a:latin typeface="Arial"/>
                <a:ea typeface="Arial"/>
              </a:rPr>
              <a:t>HTML</a:t>
            </a:r>
            <a:endParaRPr b="0" lang="en-US" sz="2170" spc="-1" strike="noStrike">
              <a:solidFill>
                <a:srgbClr val="000000"/>
              </a:solidFill>
              <a:latin typeface="Times New Roman"/>
            </a:endParaRPr>
          </a:p>
        </p:txBody>
      </p:sp>
      <p:sp>
        <p:nvSpPr>
          <p:cNvPr id="122" name=""/>
          <p:cNvSpPr txBox="1"/>
          <p:nvPr/>
        </p:nvSpPr>
        <p:spPr>
          <a:xfrm>
            <a:off x="1285200" y="3270600"/>
            <a:ext cx="8000280" cy="399600"/>
          </a:xfrm>
          <a:prstGeom prst="rect">
            <a:avLst/>
          </a:prstGeom>
          <a:noFill/>
          <a:ln w="0">
            <a:noFill/>
          </a:ln>
        </p:spPr>
        <p:txBody>
          <a:bodyPr wrap="none" lIns="0" rIns="0" tIns="0" bIns="0" anchor="t">
            <a:noAutofit/>
          </a:bodyPr>
          <a:p>
            <a:r>
              <a:rPr b="0" lang="zh-CN" sz="2170" spc="-1" strike="noStrike">
                <a:solidFill>
                  <a:srgbClr val="111111"/>
                </a:solidFill>
                <a:latin typeface="NotoSansCJKjp"/>
                <a:ea typeface="NotoSansCJKjp"/>
              </a:rPr>
              <a:t>ブロック内に数式を書くと数式表⽰が効かないことがあります。</a:t>
            </a:r>
            <a:endParaRPr b="0" lang="en-US" sz="2170" spc="-1" strike="noStrike">
              <a:solidFill>
                <a:srgbClr val="000000"/>
              </a:solidFill>
              <a:latin typeface="Times New Roman"/>
            </a:endParaRPr>
          </a:p>
        </p:txBody>
      </p:sp>
      <p:sp>
        <p:nvSpPr>
          <p:cNvPr id="123" name=""/>
          <p:cNvSpPr txBox="1"/>
          <p:nvPr/>
        </p:nvSpPr>
        <p:spPr>
          <a:xfrm>
            <a:off x="533520" y="3750480"/>
            <a:ext cx="750600" cy="308160"/>
          </a:xfrm>
          <a:prstGeom prst="rect">
            <a:avLst/>
          </a:prstGeom>
          <a:noFill/>
          <a:ln w="0">
            <a:noFill/>
          </a:ln>
        </p:spPr>
        <p:txBody>
          <a:bodyPr wrap="none" lIns="0" rIns="0" tIns="0" bIns="0" anchor="t">
            <a:noAutofit/>
          </a:bodyPr>
          <a:p>
            <a:r>
              <a:rPr b="0" lang="en-US" sz="2170" spc="-1" strike="noStrike">
                <a:solidFill>
                  <a:srgbClr val="111111"/>
                </a:solidFill>
                <a:latin typeface="Arial"/>
                <a:ea typeface="Arial"/>
              </a:rPr>
              <a:t>HTML</a:t>
            </a:r>
            <a:endParaRPr b="0" lang="en-US" sz="2170" spc="-1" strike="noStrike">
              <a:solidFill>
                <a:srgbClr val="000000"/>
              </a:solidFill>
              <a:latin typeface="Times New Roman"/>
            </a:endParaRPr>
          </a:p>
        </p:txBody>
      </p:sp>
      <p:sp>
        <p:nvSpPr>
          <p:cNvPr id="124" name=""/>
          <p:cNvSpPr txBox="1"/>
          <p:nvPr/>
        </p:nvSpPr>
        <p:spPr>
          <a:xfrm>
            <a:off x="1285200" y="3679920"/>
            <a:ext cx="552240" cy="399600"/>
          </a:xfrm>
          <a:prstGeom prst="rect">
            <a:avLst/>
          </a:prstGeom>
          <a:noFill/>
          <a:ln w="0">
            <a:noFill/>
          </a:ln>
        </p:spPr>
        <p:txBody>
          <a:bodyPr wrap="none" lIns="0" rIns="0" tIns="0" bIns="0" anchor="t">
            <a:noAutofit/>
          </a:bodyPr>
          <a:p>
            <a:r>
              <a:rPr b="0" lang="zh-CN" sz="2170" spc="-1" strike="noStrike">
                <a:solidFill>
                  <a:srgbClr val="111111"/>
                </a:solidFill>
                <a:latin typeface="NotoSansCJKjp"/>
                <a:ea typeface="NotoSansCJKjp"/>
              </a:rPr>
              <a:t>内に</a:t>
            </a:r>
            <a:endParaRPr b="0" lang="en-US" sz="2170" spc="-1" strike="noStrike">
              <a:solidFill>
                <a:srgbClr val="000000"/>
              </a:solidFill>
              <a:latin typeface="Times New Roman"/>
            </a:endParaRPr>
          </a:p>
        </p:txBody>
      </p:sp>
      <p:sp>
        <p:nvSpPr>
          <p:cNvPr id="125" name=""/>
          <p:cNvSpPr txBox="1"/>
          <p:nvPr/>
        </p:nvSpPr>
        <p:spPr>
          <a:xfrm>
            <a:off x="1837800" y="3750480"/>
            <a:ext cx="1271880" cy="308160"/>
          </a:xfrm>
          <a:prstGeom prst="rect">
            <a:avLst/>
          </a:prstGeom>
          <a:noFill/>
          <a:ln w="0">
            <a:noFill/>
          </a:ln>
        </p:spPr>
        <p:txBody>
          <a:bodyPr wrap="none" lIns="0" rIns="0" tIns="0" bIns="0" anchor="t">
            <a:noAutofit/>
          </a:bodyPr>
          <a:p>
            <a:r>
              <a:rPr b="0" lang="en-US" sz="2170" spc="-1" strike="noStrike">
                <a:solidFill>
                  <a:srgbClr val="111111"/>
                </a:solidFill>
                <a:latin typeface="Arial"/>
                <a:ea typeface="Arial"/>
              </a:rPr>
              <a:t>Markdown</a:t>
            </a:r>
            <a:endParaRPr b="0" lang="en-US" sz="2170" spc="-1" strike="noStrike">
              <a:solidFill>
                <a:srgbClr val="000000"/>
              </a:solidFill>
              <a:latin typeface="Times New Roman"/>
            </a:endParaRPr>
          </a:p>
        </p:txBody>
      </p:sp>
      <p:sp>
        <p:nvSpPr>
          <p:cNvPr id="126" name=""/>
          <p:cNvSpPr txBox="1"/>
          <p:nvPr/>
        </p:nvSpPr>
        <p:spPr>
          <a:xfrm>
            <a:off x="3111840" y="3679920"/>
            <a:ext cx="4414320" cy="399600"/>
          </a:xfrm>
          <a:prstGeom prst="rect">
            <a:avLst/>
          </a:prstGeom>
          <a:noFill/>
          <a:ln w="0">
            <a:noFill/>
          </a:ln>
        </p:spPr>
        <p:txBody>
          <a:bodyPr wrap="none" lIns="0" rIns="0" tIns="0" bIns="0" anchor="t">
            <a:noAutofit/>
          </a:bodyPr>
          <a:p>
            <a:r>
              <a:rPr b="0" lang="zh-CN" sz="2170" spc="-1" strike="noStrike">
                <a:solidFill>
                  <a:srgbClr val="111111"/>
                </a:solidFill>
                <a:latin typeface="NotoSansCJKjp"/>
                <a:ea typeface="NotoSansCJKjp"/>
              </a:rPr>
              <a:t>（数式や箇条書き）を書く場合は、</a:t>
            </a:r>
            <a:endParaRPr b="0" lang="en-US" sz="2170" spc="-1" strike="noStrike">
              <a:solidFill>
                <a:srgbClr val="000000"/>
              </a:solidFill>
              <a:latin typeface="Times New Roman"/>
            </a:endParaRPr>
          </a:p>
        </p:txBody>
      </p:sp>
      <p:sp>
        <p:nvSpPr>
          <p:cNvPr id="127" name=""/>
          <p:cNvSpPr txBox="1"/>
          <p:nvPr/>
        </p:nvSpPr>
        <p:spPr>
          <a:xfrm>
            <a:off x="7531560" y="3750480"/>
            <a:ext cx="765720" cy="308160"/>
          </a:xfrm>
          <a:prstGeom prst="rect">
            <a:avLst/>
          </a:prstGeom>
          <a:noFill/>
          <a:ln w="0">
            <a:noFill/>
          </a:ln>
        </p:spPr>
        <p:txBody>
          <a:bodyPr wrap="none" lIns="0" rIns="0" tIns="0" bIns="0" anchor="t">
            <a:noAutofit/>
          </a:bodyPr>
          <a:p>
            <a:r>
              <a:rPr b="1" lang="en-US" sz="2170" spc="-1" strike="noStrike">
                <a:solidFill>
                  <a:srgbClr val="111111"/>
                </a:solidFill>
                <a:latin typeface="Arial"/>
                <a:ea typeface="Arial"/>
              </a:rPr>
              <a:t>HTML</a:t>
            </a:r>
            <a:endParaRPr b="0" lang="en-US" sz="2170" spc="-1" strike="noStrike">
              <a:solidFill>
                <a:srgbClr val="000000"/>
              </a:solidFill>
              <a:latin typeface="Times New Roman"/>
            </a:endParaRPr>
          </a:p>
        </p:txBody>
      </p:sp>
      <p:sp>
        <p:nvSpPr>
          <p:cNvPr id="128" name=""/>
          <p:cNvSpPr txBox="1"/>
          <p:nvPr/>
        </p:nvSpPr>
        <p:spPr>
          <a:xfrm>
            <a:off x="8298720" y="3679920"/>
            <a:ext cx="3310920" cy="399600"/>
          </a:xfrm>
          <a:prstGeom prst="rect">
            <a:avLst/>
          </a:prstGeom>
          <a:noFill/>
          <a:ln w="0">
            <a:noFill/>
          </a:ln>
        </p:spPr>
        <p:txBody>
          <a:bodyPr wrap="none" lIns="0" rIns="0" tIns="0" bIns="0" anchor="t">
            <a:noAutofit/>
          </a:bodyPr>
          <a:p>
            <a:r>
              <a:rPr b="0" lang="zh-CN" sz="2170" spc="-1" strike="noStrike">
                <a:solidFill>
                  <a:srgbClr val="111111"/>
                </a:solidFill>
                <a:latin typeface="NotoSansCJKjp"/>
                <a:ea typeface="NotoSansCJKjp"/>
              </a:rPr>
              <a:t>タグ間に空⾏を⼊れると反</a:t>
            </a:r>
            <a:endParaRPr b="0" lang="en-US" sz="2170" spc="-1" strike="noStrike">
              <a:solidFill>
                <a:srgbClr val="000000"/>
              </a:solidFill>
              <a:latin typeface="Times New Roman"/>
            </a:endParaRPr>
          </a:p>
        </p:txBody>
      </p:sp>
      <p:sp>
        <p:nvSpPr>
          <p:cNvPr id="129" name=""/>
          <p:cNvSpPr txBox="1"/>
          <p:nvPr/>
        </p:nvSpPr>
        <p:spPr>
          <a:xfrm>
            <a:off x="533520" y="4099320"/>
            <a:ext cx="2483280" cy="399600"/>
          </a:xfrm>
          <a:prstGeom prst="rect">
            <a:avLst/>
          </a:prstGeom>
          <a:noFill/>
          <a:ln w="0">
            <a:noFill/>
          </a:ln>
        </p:spPr>
        <p:txBody>
          <a:bodyPr wrap="none" lIns="0" rIns="0" tIns="0" bIns="0" anchor="t">
            <a:noAutofit/>
          </a:bodyPr>
          <a:p>
            <a:r>
              <a:rPr b="0" lang="zh-CN" sz="2170" spc="-1" strike="noStrike">
                <a:solidFill>
                  <a:srgbClr val="111111"/>
                </a:solidFill>
                <a:latin typeface="NotoSansCJKjp"/>
                <a:ea typeface="NotoSansCJKjp"/>
              </a:rPr>
              <a:t>映されやすいです。</a:t>
            </a:r>
            <a:endParaRPr b="0" lang="en-US" sz="2170" spc="-1" strike="noStrike">
              <a:solidFill>
                <a:srgbClr val="000000"/>
              </a:solidFill>
              <a:latin typeface="Times New Roman"/>
            </a:endParaRPr>
          </a:p>
        </p:txBody>
      </p:sp>
      <p:sp>
        <p:nvSpPr>
          <p:cNvPr id="130" name=""/>
          <p:cNvSpPr txBox="1"/>
          <p:nvPr/>
        </p:nvSpPr>
        <p:spPr>
          <a:xfrm>
            <a:off x="533520" y="4579200"/>
            <a:ext cx="750600" cy="308160"/>
          </a:xfrm>
          <a:prstGeom prst="rect">
            <a:avLst/>
          </a:prstGeom>
          <a:noFill/>
          <a:ln w="0">
            <a:noFill/>
          </a:ln>
        </p:spPr>
        <p:txBody>
          <a:bodyPr wrap="none" lIns="0" rIns="0" tIns="0" bIns="0" anchor="t">
            <a:noAutofit/>
          </a:bodyPr>
          <a:p>
            <a:r>
              <a:rPr b="0" lang="en-US" sz="2170" spc="-1" strike="noStrike">
                <a:solidFill>
                  <a:srgbClr val="111111"/>
                </a:solidFill>
                <a:latin typeface="Arial"/>
                <a:ea typeface="Arial"/>
              </a:rPr>
              <a:t>HTML</a:t>
            </a:r>
            <a:endParaRPr b="0" lang="en-US" sz="2170" spc="-1" strike="noStrike">
              <a:solidFill>
                <a:srgbClr val="000000"/>
              </a:solidFill>
              <a:latin typeface="Times New Roman"/>
            </a:endParaRPr>
          </a:p>
        </p:txBody>
      </p:sp>
      <p:sp>
        <p:nvSpPr>
          <p:cNvPr id="131" name=""/>
          <p:cNvSpPr txBox="1"/>
          <p:nvPr/>
        </p:nvSpPr>
        <p:spPr>
          <a:xfrm>
            <a:off x="1285200" y="4508640"/>
            <a:ext cx="4414320" cy="399600"/>
          </a:xfrm>
          <a:prstGeom prst="rect">
            <a:avLst/>
          </a:prstGeom>
          <a:noFill/>
          <a:ln w="0">
            <a:noFill/>
          </a:ln>
        </p:spPr>
        <p:txBody>
          <a:bodyPr wrap="none" lIns="0" rIns="0" tIns="0" bIns="0" anchor="t">
            <a:noAutofit/>
          </a:bodyPr>
          <a:p>
            <a:r>
              <a:rPr b="0" lang="zh-CN" sz="2170" spc="-1" strike="noStrike">
                <a:solidFill>
                  <a:srgbClr val="111111"/>
                </a:solidFill>
                <a:latin typeface="NotoSansCJKjp"/>
                <a:ea typeface="NotoSansCJKjp"/>
              </a:rPr>
              <a:t>内に数式を含む場合は可能であれば</a:t>
            </a:r>
            <a:endParaRPr b="0" lang="en-US" sz="2170" spc="-1" strike="noStrike">
              <a:solidFill>
                <a:srgbClr val="000000"/>
              </a:solidFill>
              <a:latin typeface="Times New Roman"/>
            </a:endParaRPr>
          </a:p>
        </p:txBody>
      </p:sp>
      <p:sp>
        <p:nvSpPr>
          <p:cNvPr id="132" name=""/>
          <p:cNvSpPr/>
          <p:nvPr/>
        </p:nvSpPr>
        <p:spPr>
          <a:xfrm>
            <a:off x="5781600" y="4581360"/>
            <a:ext cx="5534280" cy="362160"/>
          </a:xfrm>
          <a:custGeom>
            <a:avLst/>
            <a:gdLst/>
            <a:ahLst/>
            <a:rect l="0" t="0" r="r" b="b"/>
            <a:pathLst>
              <a:path w="15373" h="1006">
                <a:moveTo>
                  <a:pt x="0" y="848"/>
                </a:moveTo>
                <a:lnTo>
                  <a:pt x="0" y="159"/>
                </a:lnTo>
                <a:cubicBezTo>
                  <a:pt x="0" y="148"/>
                  <a:pt x="1" y="138"/>
                  <a:pt x="3" y="128"/>
                </a:cubicBezTo>
                <a:cubicBezTo>
                  <a:pt x="5" y="118"/>
                  <a:pt x="8" y="108"/>
                  <a:pt x="12" y="98"/>
                </a:cubicBezTo>
                <a:cubicBezTo>
                  <a:pt x="16" y="88"/>
                  <a:pt x="21" y="79"/>
                  <a:pt x="26" y="71"/>
                </a:cubicBezTo>
                <a:cubicBezTo>
                  <a:pt x="32" y="62"/>
                  <a:pt x="39" y="54"/>
                  <a:pt x="46" y="46"/>
                </a:cubicBezTo>
                <a:cubicBezTo>
                  <a:pt x="54" y="39"/>
                  <a:pt x="62" y="33"/>
                  <a:pt x="70" y="27"/>
                </a:cubicBezTo>
                <a:cubicBezTo>
                  <a:pt x="79" y="21"/>
                  <a:pt x="88" y="16"/>
                  <a:pt x="98" y="12"/>
                </a:cubicBezTo>
                <a:cubicBezTo>
                  <a:pt x="107" y="8"/>
                  <a:pt x="117" y="5"/>
                  <a:pt x="127" y="3"/>
                </a:cubicBezTo>
                <a:cubicBezTo>
                  <a:pt x="138" y="1"/>
                  <a:pt x="148" y="0"/>
                  <a:pt x="158" y="0"/>
                </a:cubicBezTo>
                <a:lnTo>
                  <a:pt x="15214" y="0"/>
                </a:lnTo>
                <a:cubicBezTo>
                  <a:pt x="15225" y="0"/>
                  <a:pt x="15235" y="1"/>
                  <a:pt x="15245" y="3"/>
                </a:cubicBezTo>
                <a:cubicBezTo>
                  <a:pt x="15255" y="5"/>
                  <a:pt x="15265" y="8"/>
                  <a:pt x="15275" y="12"/>
                </a:cubicBezTo>
                <a:cubicBezTo>
                  <a:pt x="15285" y="16"/>
                  <a:pt x="15294" y="21"/>
                  <a:pt x="15302" y="27"/>
                </a:cubicBezTo>
                <a:cubicBezTo>
                  <a:pt x="15311" y="33"/>
                  <a:pt x="15319" y="39"/>
                  <a:pt x="15326" y="46"/>
                </a:cubicBezTo>
                <a:cubicBezTo>
                  <a:pt x="15334" y="54"/>
                  <a:pt x="15340" y="62"/>
                  <a:pt x="15346" y="71"/>
                </a:cubicBezTo>
                <a:cubicBezTo>
                  <a:pt x="15352" y="79"/>
                  <a:pt x="15357" y="88"/>
                  <a:pt x="15361" y="98"/>
                </a:cubicBezTo>
                <a:cubicBezTo>
                  <a:pt x="15365" y="108"/>
                  <a:pt x="15368" y="118"/>
                  <a:pt x="15370" y="128"/>
                </a:cubicBezTo>
                <a:cubicBezTo>
                  <a:pt x="15372" y="138"/>
                  <a:pt x="15373" y="148"/>
                  <a:pt x="15373" y="159"/>
                </a:cubicBezTo>
                <a:lnTo>
                  <a:pt x="15373" y="848"/>
                </a:lnTo>
                <a:cubicBezTo>
                  <a:pt x="15373" y="858"/>
                  <a:pt x="15372" y="868"/>
                  <a:pt x="15370" y="879"/>
                </a:cubicBezTo>
                <a:cubicBezTo>
                  <a:pt x="15368" y="889"/>
                  <a:pt x="15365" y="899"/>
                  <a:pt x="15361" y="908"/>
                </a:cubicBezTo>
                <a:cubicBezTo>
                  <a:pt x="15357" y="918"/>
                  <a:pt x="15352" y="927"/>
                  <a:pt x="15346" y="936"/>
                </a:cubicBezTo>
                <a:cubicBezTo>
                  <a:pt x="15340" y="944"/>
                  <a:pt x="15334" y="953"/>
                  <a:pt x="15326" y="960"/>
                </a:cubicBezTo>
                <a:cubicBezTo>
                  <a:pt x="15319" y="967"/>
                  <a:pt x="15311" y="974"/>
                  <a:pt x="15302" y="980"/>
                </a:cubicBezTo>
                <a:cubicBezTo>
                  <a:pt x="15294" y="985"/>
                  <a:pt x="15285" y="990"/>
                  <a:pt x="15275" y="994"/>
                </a:cubicBezTo>
                <a:cubicBezTo>
                  <a:pt x="15265" y="998"/>
                  <a:pt x="15255" y="1001"/>
                  <a:pt x="15245" y="1003"/>
                </a:cubicBezTo>
                <a:cubicBezTo>
                  <a:pt x="15235" y="1005"/>
                  <a:pt x="15225" y="1006"/>
                  <a:pt x="15214" y="1006"/>
                </a:cubicBezTo>
                <a:lnTo>
                  <a:pt x="158" y="1006"/>
                </a:lnTo>
                <a:cubicBezTo>
                  <a:pt x="148" y="1006"/>
                  <a:pt x="138" y="1005"/>
                  <a:pt x="127" y="1003"/>
                </a:cubicBezTo>
                <a:cubicBezTo>
                  <a:pt x="117" y="1001"/>
                  <a:pt x="107" y="998"/>
                  <a:pt x="98" y="994"/>
                </a:cubicBezTo>
                <a:cubicBezTo>
                  <a:pt x="88" y="990"/>
                  <a:pt x="79" y="985"/>
                  <a:pt x="70" y="980"/>
                </a:cubicBezTo>
                <a:cubicBezTo>
                  <a:pt x="62" y="974"/>
                  <a:pt x="54" y="967"/>
                  <a:pt x="46" y="960"/>
                </a:cubicBezTo>
                <a:cubicBezTo>
                  <a:pt x="39" y="953"/>
                  <a:pt x="32" y="944"/>
                  <a:pt x="26" y="936"/>
                </a:cubicBezTo>
                <a:cubicBezTo>
                  <a:pt x="21" y="927"/>
                  <a:pt x="16" y="918"/>
                  <a:pt x="12" y="908"/>
                </a:cubicBezTo>
                <a:cubicBezTo>
                  <a:pt x="8" y="899"/>
                  <a:pt x="5" y="889"/>
                  <a:pt x="3" y="879"/>
                </a:cubicBezTo>
                <a:cubicBezTo>
                  <a:pt x="1" y="868"/>
                  <a:pt x="0" y="858"/>
                  <a:pt x="0" y="848"/>
                </a:cubicBezTo>
                <a:close/>
              </a:path>
            </a:pathLst>
          </a:custGeom>
          <a:solidFill>
            <a:srgbClr val="818b98">
              <a:alpha val="12000"/>
            </a:srgbClr>
          </a:solidFill>
          <a:ln w="0">
            <a:noFill/>
          </a:ln>
        </p:spPr>
        <p:txBody>
          <a:bodyPr lIns="0" rIns="0" tIns="0" bIns="0" anchor="t">
            <a:noAutofit/>
          </a:bodyPr>
          <a:p>
            <a:endParaRPr b="0" lang="en-US" sz="2400" spc="-1" strike="noStrike">
              <a:solidFill>
                <a:srgbClr val="ffffff"/>
              </a:solidFill>
              <a:latin typeface="Times New Roman"/>
            </a:endParaRPr>
          </a:p>
        </p:txBody>
      </p:sp>
      <p:sp>
        <p:nvSpPr>
          <p:cNvPr id="133" name=""/>
          <p:cNvSpPr txBox="1"/>
          <p:nvPr/>
        </p:nvSpPr>
        <p:spPr>
          <a:xfrm>
            <a:off x="5702040" y="4579200"/>
            <a:ext cx="275760" cy="308160"/>
          </a:xfrm>
          <a:prstGeom prst="rect">
            <a:avLst/>
          </a:prstGeom>
          <a:noFill/>
          <a:ln w="0">
            <a:noFill/>
          </a:ln>
        </p:spPr>
        <p:txBody>
          <a:bodyPr wrap="none" lIns="0" rIns="0" tIns="0" bIns="0" anchor="t">
            <a:noAutofit/>
          </a:bodyPr>
          <a:p>
            <a:r>
              <a:rPr b="0" lang="en-US" sz="2170" spc="-1" strike="noStrike">
                <a:solidFill>
                  <a:srgbClr val="111111"/>
                </a:solidFill>
                <a:latin typeface="Arial"/>
                <a:ea typeface="Arial"/>
              </a:rPr>
              <a:t> </a:t>
            </a:r>
            <a:endParaRPr b="0" lang="en-US" sz="2170" spc="-1" strike="noStrike">
              <a:solidFill>
                <a:srgbClr val="000000"/>
              </a:solidFill>
              <a:latin typeface="Times New Roman"/>
            </a:endParaRPr>
          </a:p>
        </p:txBody>
      </p:sp>
      <p:sp>
        <p:nvSpPr>
          <p:cNvPr id="134" name=""/>
          <p:cNvSpPr txBox="1"/>
          <p:nvPr/>
        </p:nvSpPr>
        <p:spPr>
          <a:xfrm>
            <a:off x="5873040" y="4632840"/>
            <a:ext cx="5351400" cy="265680"/>
          </a:xfrm>
          <a:prstGeom prst="rect">
            <a:avLst/>
          </a:prstGeom>
          <a:noFill/>
          <a:ln w="0">
            <a:noFill/>
          </a:ln>
        </p:spPr>
        <p:txBody>
          <a:bodyPr wrap="none" lIns="0" rIns="0" tIns="0" bIns="0" anchor="t">
            <a:noAutofit/>
          </a:bodyPr>
          <a:p>
            <a:r>
              <a:rPr b="0" lang="en-US" sz="1850" spc="-1" strike="noStrike">
                <a:solidFill>
                  <a:srgbClr val="111111"/>
                </a:solidFill>
                <a:latin typeface="Courier New"/>
                <a:ea typeface="Courier New"/>
              </a:rPr>
              <a:t>&lt;!-- class: content-gray show-page --&gt;</a:t>
            </a:r>
            <a:endParaRPr b="0" lang="en-US" sz="1850" spc="-1" strike="noStrike">
              <a:solidFill>
                <a:srgbClr val="000000"/>
              </a:solidFill>
              <a:latin typeface="Times New Roman"/>
            </a:endParaRPr>
          </a:p>
        </p:txBody>
      </p:sp>
      <p:sp>
        <p:nvSpPr>
          <p:cNvPr id="135" name=""/>
          <p:cNvSpPr txBox="1"/>
          <p:nvPr/>
        </p:nvSpPr>
        <p:spPr>
          <a:xfrm>
            <a:off x="533520" y="4927680"/>
            <a:ext cx="1104120" cy="399600"/>
          </a:xfrm>
          <a:prstGeom prst="rect">
            <a:avLst/>
          </a:prstGeom>
          <a:noFill/>
          <a:ln w="0">
            <a:noFill/>
          </a:ln>
        </p:spPr>
        <p:txBody>
          <a:bodyPr wrap="none" lIns="0" rIns="0" tIns="0" bIns="0" anchor="t">
            <a:noAutofit/>
          </a:bodyPr>
          <a:p>
            <a:r>
              <a:rPr b="0" lang="zh-CN" sz="2170" spc="-1" strike="noStrike">
                <a:solidFill>
                  <a:srgbClr val="111111"/>
                </a:solidFill>
                <a:latin typeface="NotoSansCJKjp"/>
                <a:ea typeface="NotoSansCJKjp"/>
              </a:rPr>
              <a:t>のように</a:t>
            </a:r>
            <a:endParaRPr b="0" lang="en-US" sz="2170" spc="-1" strike="noStrike">
              <a:solidFill>
                <a:srgbClr val="000000"/>
              </a:solidFill>
              <a:latin typeface="Times New Roman"/>
            </a:endParaRPr>
          </a:p>
        </p:txBody>
      </p:sp>
      <p:sp>
        <p:nvSpPr>
          <p:cNvPr id="136" name=""/>
          <p:cNvSpPr txBox="1"/>
          <p:nvPr/>
        </p:nvSpPr>
        <p:spPr>
          <a:xfrm>
            <a:off x="1638360" y="4998240"/>
            <a:ext cx="843480" cy="308160"/>
          </a:xfrm>
          <a:prstGeom prst="rect">
            <a:avLst/>
          </a:prstGeom>
          <a:noFill/>
          <a:ln w="0">
            <a:noFill/>
          </a:ln>
        </p:spPr>
        <p:txBody>
          <a:bodyPr wrap="none" lIns="0" rIns="0" tIns="0" bIns="0" anchor="t">
            <a:noAutofit/>
          </a:bodyPr>
          <a:p>
            <a:r>
              <a:rPr b="0" lang="en-US" sz="2170" spc="-1" strike="noStrike">
                <a:solidFill>
                  <a:srgbClr val="111111"/>
                </a:solidFill>
                <a:latin typeface="Arial"/>
                <a:ea typeface="Arial"/>
              </a:rPr>
              <a:t> </a:t>
            </a:r>
            <a:r>
              <a:rPr b="1" lang="en-US" sz="2170" spc="-1" strike="noStrike">
                <a:solidFill>
                  <a:srgbClr val="111111"/>
                </a:solidFill>
                <a:latin typeface="Arial"/>
                <a:ea typeface="Arial"/>
              </a:rPr>
              <a:t>class </a:t>
            </a:r>
            <a:endParaRPr b="0" lang="en-US" sz="2170" spc="-1" strike="noStrike">
              <a:solidFill>
                <a:srgbClr val="000000"/>
              </a:solidFill>
              <a:latin typeface="Times New Roman"/>
            </a:endParaRPr>
          </a:p>
        </p:txBody>
      </p:sp>
      <p:sp>
        <p:nvSpPr>
          <p:cNvPr id="137" name=""/>
          <p:cNvSpPr txBox="1"/>
          <p:nvPr/>
        </p:nvSpPr>
        <p:spPr>
          <a:xfrm>
            <a:off x="2482920" y="4927680"/>
            <a:ext cx="828360" cy="399600"/>
          </a:xfrm>
          <a:prstGeom prst="rect">
            <a:avLst/>
          </a:prstGeom>
          <a:noFill/>
          <a:ln w="0">
            <a:noFill/>
          </a:ln>
        </p:spPr>
        <p:txBody>
          <a:bodyPr wrap="none" lIns="0" rIns="0" tIns="0" bIns="0" anchor="t">
            <a:noAutofit/>
          </a:bodyPr>
          <a:p>
            <a:r>
              <a:rPr b="0" lang="zh-CN" sz="2170" spc="-1" strike="noStrike">
                <a:solidFill>
                  <a:srgbClr val="111111"/>
                </a:solidFill>
                <a:latin typeface="NotoSansCJKjp"/>
                <a:ea typeface="NotoSansCJKjp"/>
              </a:rPr>
              <a:t>指定で</a:t>
            </a:r>
            <a:endParaRPr b="0" lang="en-US" sz="2170" spc="-1" strike="noStrike">
              <a:solidFill>
                <a:srgbClr val="000000"/>
              </a:solidFill>
              <a:latin typeface="Times New Roman"/>
            </a:endParaRPr>
          </a:p>
        </p:txBody>
      </p:sp>
      <p:sp>
        <p:nvSpPr>
          <p:cNvPr id="138" name=""/>
          <p:cNvSpPr txBox="1"/>
          <p:nvPr/>
        </p:nvSpPr>
        <p:spPr>
          <a:xfrm>
            <a:off x="3311640" y="4998240"/>
            <a:ext cx="765720" cy="308160"/>
          </a:xfrm>
          <a:prstGeom prst="rect">
            <a:avLst/>
          </a:prstGeom>
          <a:noFill/>
          <a:ln w="0">
            <a:noFill/>
          </a:ln>
        </p:spPr>
        <p:txBody>
          <a:bodyPr wrap="none" lIns="0" rIns="0" tIns="0" bIns="0" anchor="t">
            <a:noAutofit/>
          </a:bodyPr>
          <a:p>
            <a:r>
              <a:rPr b="1" lang="en-US" sz="2170" spc="-1" strike="noStrike">
                <a:solidFill>
                  <a:srgbClr val="111111"/>
                </a:solidFill>
                <a:latin typeface="Arial"/>
                <a:ea typeface="Arial"/>
              </a:rPr>
              <a:t>HTML</a:t>
            </a:r>
            <a:endParaRPr b="0" lang="en-US" sz="2170" spc="-1" strike="noStrike">
              <a:solidFill>
                <a:srgbClr val="000000"/>
              </a:solidFill>
              <a:latin typeface="Times New Roman"/>
            </a:endParaRPr>
          </a:p>
        </p:txBody>
      </p:sp>
      <p:sp>
        <p:nvSpPr>
          <p:cNvPr id="139" name=""/>
          <p:cNvSpPr txBox="1"/>
          <p:nvPr/>
        </p:nvSpPr>
        <p:spPr>
          <a:xfrm>
            <a:off x="4078800" y="4927680"/>
            <a:ext cx="4690080" cy="399600"/>
          </a:xfrm>
          <a:prstGeom prst="rect">
            <a:avLst/>
          </a:prstGeom>
          <a:noFill/>
          <a:ln w="0">
            <a:noFill/>
          </a:ln>
        </p:spPr>
        <p:txBody>
          <a:bodyPr wrap="none" lIns="0" rIns="0" tIns="0" bIns="0" anchor="t">
            <a:noAutofit/>
          </a:bodyPr>
          <a:p>
            <a:r>
              <a:rPr b="0" lang="zh-CN" sz="2170" spc="-1" strike="noStrike">
                <a:solidFill>
                  <a:srgbClr val="111111"/>
                </a:solidFill>
                <a:latin typeface="NotoSansCJKjp"/>
                <a:ea typeface="NotoSansCJKjp"/>
              </a:rPr>
              <a:t>ブロックを切り替える⽅が安全です。</a:t>
            </a:r>
            <a:endParaRPr b="0" lang="en-US" sz="2170" spc="-1" strike="noStrike">
              <a:solidFill>
                <a:srgbClr val="000000"/>
              </a:solidFill>
              <a:latin typeface="Times New Roman"/>
            </a:endParaRPr>
          </a:p>
        </p:txBody>
      </p:sp>
      <p:sp>
        <p:nvSpPr>
          <p:cNvPr id="140" name=""/>
          <p:cNvSpPr txBox="1"/>
          <p:nvPr/>
        </p:nvSpPr>
        <p:spPr>
          <a:xfrm>
            <a:off x="533520" y="5407920"/>
            <a:ext cx="275760" cy="308160"/>
          </a:xfrm>
          <a:prstGeom prst="rect">
            <a:avLst/>
          </a:prstGeom>
          <a:noFill/>
          <a:ln w="0">
            <a:noFill/>
          </a:ln>
        </p:spPr>
        <p:txBody>
          <a:bodyPr wrap="none" lIns="0" rIns="0" tIns="0" bIns="0" anchor="t">
            <a:noAutofit/>
          </a:bodyPr>
          <a:p>
            <a:r>
              <a:rPr b="0" lang="en-US" sz="2170" spc="-1" strike="noStrike">
                <a:solidFill>
                  <a:srgbClr val="111111"/>
                </a:solidFill>
                <a:latin typeface="Arial"/>
                <a:ea typeface="Arial"/>
              </a:rPr>
              <a:t>(2</a:t>
            </a:r>
            <a:endParaRPr b="0" lang="en-US" sz="2170" spc="-1" strike="noStrike">
              <a:solidFill>
                <a:srgbClr val="000000"/>
              </a:solidFill>
              <a:latin typeface="Times New Roman"/>
            </a:endParaRPr>
          </a:p>
        </p:txBody>
      </p:sp>
      <p:sp>
        <p:nvSpPr>
          <p:cNvPr id="141" name=""/>
          <p:cNvSpPr txBox="1"/>
          <p:nvPr/>
        </p:nvSpPr>
        <p:spPr>
          <a:xfrm>
            <a:off x="779040" y="5337360"/>
            <a:ext cx="1931760" cy="399600"/>
          </a:xfrm>
          <a:prstGeom prst="rect">
            <a:avLst/>
          </a:prstGeom>
          <a:noFill/>
          <a:ln w="0">
            <a:noFill/>
          </a:ln>
        </p:spPr>
        <p:txBody>
          <a:bodyPr wrap="none" lIns="0" rIns="0" tIns="0" bIns="0" anchor="t">
            <a:noAutofit/>
          </a:bodyPr>
          <a:p>
            <a:r>
              <a:rPr b="0" lang="zh-CN" sz="2170" spc="-1" strike="noStrike">
                <a:solidFill>
                  <a:srgbClr val="111111"/>
                </a:solidFill>
                <a:latin typeface="NotoSansCJKjp"/>
                <a:ea typeface="NotoSansCJKjp"/>
              </a:rPr>
              <a:t>段組みのように</a:t>
            </a:r>
            <a:endParaRPr b="0" lang="en-US" sz="2170" spc="-1" strike="noStrike">
              <a:solidFill>
                <a:srgbClr val="000000"/>
              </a:solidFill>
              <a:latin typeface="Times New Roman"/>
            </a:endParaRPr>
          </a:p>
        </p:txBody>
      </p:sp>
      <p:sp>
        <p:nvSpPr>
          <p:cNvPr id="142" name=""/>
          <p:cNvSpPr txBox="1"/>
          <p:nvPr/>
        </p:nvSpPr>
        <p:spPr>
          <a:xfrm>
            <a:off x="2712600" y="5407920"/>
            <a:ext cx="628560" cy="308160"/>
          </a:xfrm>
          <a:prstGeom prst="rect">
            <a:avLst/>
          </a:prstGeom>
          <a:noFill/>
          <a:ln w="0">
            <a:noFill/>
          </a:ln>
        </p:spPr>
        <p:txBody>
          <a:bodyPr wrap="none" lIns="0" rIns="0" tIns="0" bIns="0" anchor="t">
            <a:noAutofit/>
          </a:bodyPr>
          <a:p>
            <a:r>
              <a:rPr b="0" lang="en-US" sz="2170" spc="-1" strike="noStrike">
                <a:solidFill>
                  <a:srgbClr val="111111"/>
                </a:solidFill>
                <a:latin typeface="Arial"/>
                <a:ea typeface="Arial"/>
              </a:rPr>
              <a:t>class</a:t>
            </a:r>
            <a:endParaRPr b="0" lang="en-US" sz="2170" spc="-1" strike="noStrike">
              <a:solidFill>
                <a:srgbClr val="000000"/>
              </a:solidFill>
              <a:latin typeface="Times New Roman"/>
            </a:endParaRPr>
          </a:p>
        </p:txBody>
      </p:sp>
      <p:sp>
        <p:nvSpPr>
          <p:cNvPr id="143" name=""/>
          <p:cNvSpPr txBox="1"/>
          <p:nvPr/>
        </p:nvSpPr>
        <p:spPr>
          <a:xfrm>
            <a:off x="3341880" y="5337360"/>
            <a:ext cx="4965840" cy="399600"/>
          </a:xfrm>
          <a:prstGeom prst="rect">
            <a:avLst/>
          </a:prstGeom>
          <a:noFill/>
          <a:ln w="0">
            <a:noFill/>
          </a:ln>
        </p:spPr>
        <p:txBody>
          <a:bodyPr wrap="none" lIns="0" rIns="0" tIns="0" bIns="0" anchor="t">
            <a:noAutofit/>
          </a:bodyPr>
          <a:p>
            <a:r>
              <a:rPr b="0" lang="zh-CN" sz="2170" spc="-1" strike="noStrike">
                <a:solidFill>
                  <a:srgbClr val="111111"/>
                </a:solidFill>
                <a:latin typeface="NotoSansCJKjp"/>
                <a:ea typeface="NotoSansCJKjp"/>
              </a:rPr>
              <a:t>指定では実現できないものもあります。</a:t>
            </a:r>
            <a:endParaRPr b="0" lang="en-US" sz="2170" spc="-1" strike="noStrike">
              <a:solidFill>
                <a:srgbClr val="000000"/>
              </a:solidFill>
              <a:latin typeface="Times New Roman"/>
            </a:endParaRPr>
          </a:p>
        </p:txBody>
      </p:sp>
      <p:sp>
        <p:nvSpPr>
          <p:cNvPr id="144" name=""/>
          <p:cNvSpPr txBox="1"/>
          <p:nvPr/>
        </p:nvSpPr>
        <p:spPr>
          <a:xfrm>
            <a:off x="8148240" y="5407920"/>
            <a:ext cx="275760" cy="308160"/>
          </a:xfrm>
          <a:prstGeom prst="rect">
            <a:avLst/>
          </a:prstGeom>
          <a:noFill/>
          <a:ln w="0">
            <a:noFill/>
          </a:ln>
        </p:spPr>
        <p:txBody>
          <a:bodyPr wrap="none" lIns="0" rIns="0" tIns="0" bIns="0" anchor="t">
            <a:noAutofit/>
          </a:bodyPr>
          <a:p>
            <a:r>
              <a:rPr b="0" lang="en-US" sz="2170" spc="-1" strike="noStrike">
                <a:solidFill>
                  <a:srgbClr val="111111"/>
                </a:solidFill>
                <a:latin typeface="Arial"/>
                <a:ea typeface="Arial"/>
              </a:rPr>
              <a:t>)</a:t>
            </a:r>
            <a:endParaRPr b="0" lang="en-US" sz="2170" spc="-1" strike="noStrike">
              <a:solidFill>
                <a:srgbClr val="000000"/>
              </a:solidFill>
              <a:latin typeface="Times New Roman"/>
            </a:endParaRPr>
          </a:p>
        </p:txBody>
      </p:sp>
      <p:sp>
        <p:nvSpPr>
          <p:cNvPr id="145" name=""/>
          <p:cNvSpPr/>
          <p:nvPr/>
        </p:nvSpPr>
        <p:spPr>
          <a:xfrm>
            <a:off x="533160" y="561960"/>
            <a:ext cx="267120" cy="57240"/>
          </a:xfrm>
          <a:custGeom>
            <a:avLst/>
            <a:gdLst/>
            <a:ahLst/>
            <a:rect l="0" t="0" r="r" b="b"/>
            <a:pathLst>
              <a:path w="742" h="159">
                <a:moveTo>
                  <a:pt x="0" y="106"/>
                </a:moveTo>
                <a:lnTo>
                  <a:pt x="0" y="52"/>
                </a:lnTo>
                <a:cubicBezTo>
                  <a:pt x="0" y="45"/>
                  <a:pt x="2" y="39"/>
                  <a:pt x="4" y="32"/>
                </a:cubicBezTo>
                <a:cubicBezTo>
                  <a:pt x="7" y="26"/>
                  <a:pt x="11" y="20"/>
                  <a:pt x="16" y="15"/>
                </a:cubicBezTo>
                <a:cubicBezTo>
                  <a:pt x="21" y="10"/>
                  <a:pt x="26" y="6"/>
                  <a:pt x="33" y="4"/>
                </a:cubicBezTo>
                <a:cubicBezTo>
                  <a:pt x="39" y="1"/>
                  <a:pt x="46" y="0"/>
                  <a:pt x="53" y="0"/>
                </a:cubicBezTo>
                <a:lnTo>
                  <a:pt x="689" y="0"/>
                </a:lnTo>
                <a:cubicBezTo>
                  <a:pt x="696" y="0"/>
                  <a:pt x="703" y="1"/>
                  <a:pt x="709" y="4"/>
                </a:cubicBezTo>
                <a:cubicBezTo>
                  <a:pt x="716" y="6"/>
                  <a:pt x="722" y="10"/>
                  <a:pt x="727" y="15"/>
                </a:cubicBezTo>
                <a:cubicBezTo>
                  <a:pt x="731" y="20"/>
                  <a:pt x="735" y="26"/>
                  <a:pt x="738" y="32"/>
                </a:cubicBezTo>
                <a:cubicBezTo>
                  <a:pt x="741" y="39"/>
                  <a:pt x="742" y="45"/>
                  <a:pt x="742" y="52"/>
                </a:cubicBezTo>
                <a:lnTo>
                  <a:pt x="742" y="106"/>
                </a:lnTo>
                <a:cubicBezTo>
                  <a:pt x="742" y="113"/>
                  <a:pt x="741" y="120"/>
                  <a:pt x="738" y="127"/>
                </a:cubicBezTo>
                <a:cubicBezTo>
                  <a:pt x="735" y="133"/>
                  <a:pt x="731" y="139"/>
                  <a:pt x="727" y="144"/>
                </a:cubicBezTo>
                <a:cubicBezTo>
                  <a:pt x="722" y="149"/>
                  <a:pt x="716" y="153"/>
                  <a:pt x="709" y="155"/>
                </a:cubicBezTo>
                <a:cubicBezTo>
                  <a:pt x="703" y="158"/>
                  <a:pt x="696" y="159"/>
                  <a:pt x="689" y="159"/>
                </a:cubicBezTo>
                <a:lnTo>
                  <a:pt x="53" y="159"/>
                </a:lnTo>
                <a:cubicBezTo>
                  <a:pt x="46" y="159"/>
                  <a:pt x="39" y="158"/>
                  <a:pt x="33" y="155"/>
                </a:cubicBezTo>
                <a:cubicBezTo>
                  <a:pt x="26" y="153"/>
                  <a:pt x="21" y="149"/>
                  <a:pt x="16" y="144"/>
                </a:cubicBezTo>
                <a:cubicBezTo>
                  <a:pt x="11" y="139"/>
                  <a:pt x="7" y="133"/>
                  <a:pt x="4" y="127"/>
                </a:cubicBezTo>
                <a:cubicBezTo>
                  <a:pt x="2" y="120"/>
                  <a:pt x="0" y="113"/>
                  <a:pt x="0" y="106"/>
                </a:cubicBez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146" name=""/>
          <p:cNvSpPr txBox="1"/>
          <p:nvPr/>
        </p:nvSpPr>
        <p:spPr>
          <a:xfrm>
            <a:off x="914400" y="351000"/>
            <a:ext cx="1491120" cy="360000"/>
          </a:xfrm>
          <a:prstGeom prst="rect">
            <a:avLst/>
          </a:prstGeom>
          <a:noFill/>
          <a:ln w="0">
            <a:noFill/>
          </a:ln>
        </p:spPr>
        <p:txBody>
          <a:bodyPr wrap="none" lIns="0" rIns="0" tIns="0" bIns="0" anchor="t">
            <a:noAutofit/>
          </a:bodyPr>
          <a:p>
            <a:r>
              <a:rPr b="0" lang="zh-CN" sz="1950" spc="-1" strike="noStrike">
                <a:solidFill>
                  <a:srgbClr val="111111"/>
                </a:solidFill>
                <a:latin typeface="NotoSansCJKjp"/>
                <a:ea typeface="NotoSansCJKjp"/>
              </a:rPr>
              <a:t>数式サンプル</a:t>
            </a:r>
            <a:endParaRPr b="0" lang="en-US" sz="1950" spc="-1" strike="noStrike">
              <a:solidFill>
                <a:srgbClr val="000000"/>
              </a:solidFill>
              <a:latin typeface="Times New Roman"/>
            </a:endParaRPr>
          </a:p>
        </p:txBody>
      </p:sp>
      <p:sp>
        <p:nvSpPr>
          <p:cNvPr id="147" name=""/>
          <p:cNvSpPr txBox="1"/>
          <p:nvPr/>
        </p:nvSpPr>
        <p:spPr>
          <a:xfrm>
            <a:off x="4078440" y="1890720"/>
            <a:ext cx="1003320" cy="454680"/>
          </a:xfrm>
          <a:prstGeom prst="rect">
            <a:avLst/>
          </a:prstGeom>
          <a:noFill/>
          <a:ln w="0">
            <a:noFill/>
          </a:ln>
        </p:spPr>
        <p:txBody>
          <a:bodyPr wrap="none" lIns="0" rIns="0" tIns="0" bIns="0" anchor="t">
            <a:noAutofit/>
          </a:bodyPr>
          <a:p>
            <a:r>
              <a:rPr b="0" i="1" lang="en-US" sz="2630" spc="-1" strike="noStrike">
                <a:solidFill>
                  <a:srgbClr val="111111"/>
                </a:solidFill>
                <a:latin typeface="KaTeX_Math"/>
                <a:ea typeface="KaTeX_Math"/>
              </a:rPr>
              <a:t>F</a:t>
            </a:r>
            <a:r>
              <a:rPr b="0" lang="en-US" sz="2630" spc="-1" strike="noStrike">
                <a:solidFill>
                  <a:srgbClr val="111111"/>
                </a:solidFill>
                <a:latin typeface="KaTeX_Main"/>
                <a:ea typeface="KaTeX_Main"/>
              </a:rPr>
              <a:t> =</a:t>
            </a:r>
            <a:r>
              <a:rPr b="0" i="1" lang="en-US" sz="2630" spc="-1" strike="noStrike">
                <a:solidFill>
                  <a:srgbClr val="111111"/>
                </a:solidFill>
                <a:latin typeface="KaTeX_Math"/>
                <a:ea typeface="KaTeX_Math"/>
              </a:rPr>
              <a:t> ma</a:t>
            </a:r>
            <a:endParaRPr b="0" lang="en-US" sz="2630" spc="-1" strike="noStrike">
              <a:solidFill>
                <a:srgbClr val="000000"/>
              </a:solidFill>
              <a:latin typeface="Times New Roman"/>
            </a:endParaRPr>
          </a:p>
        </p:txBody>
      </p:sp>
      <p:sp>
        <p:nvSpPr>
          <p:cNvPr id="148" name=""/>
          <p:cNvSpPr txBox="1"/>
          <p:nvPr/>
        </p:nvSpPr>
        <p:spPr>
          <a:xfrm>
            <a:off x="11946240" y="6458400"/>
            <a:ext cx="304560" cy="340200"/>
          </a:xfrm>
          <a:prstGeom prst="rect">
            <a:avLst/>
          </a:prstGeom>
          <a:noFill/>
          <a:ln w="0">
            <a:noFill/>
          </a:ln>
        </p:spPr>
        <p:txBody>
          <a:bodyPr wrap="none" lIns="0" rIns="0" tIns="0" bIns="0" anchor="t">
            <a:noAutofit/>
          </a:bodyPr>
          <a:p>
            <a:r>
              <a:rPr b="0" lang="en-US" sz="2400" spc="-1" strike="noStrike">
                <a:solidFill>
                  <a:srgbClr val="111111"/>
                </a:solidFill>
                <a:latin typeface="Arial"/>
                <a:ea typeface="Arial"/>
              </a:rPr>
              <a:t>7</a:t>
            </a:r>
            <a:endParaRPr b="0" lang="en-US"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150"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151"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c9c9c9"/>
          </a:solidFill>
          <a:ln w="0">
            <a:noFill/>
          </a:ln>
        </p:spPr>
        <p:txBody>
          <a:bodyPr lIns="0" rIns="0" tIns="0" bIns="0" anchor="t">
            <a:noAutofit/>
          </a:bodyPr>
          <a:p>
            <a:endParaRPr b="0" lang="en-US" sz="2400" spc="-1" strike="noStrike">
              <a:solidFill>
                <a:srgbClr val="000000"/>
              </a:solidFill>
              <a:latin typeface="Times New Roman"/>
            </a:endParaRPr>
          </a:p>
        </p:txBody>
      </p:sp>
      <p:sp>
        <p:nvSpPr>
          <p:cNvPr id="152" name=""/>
          <p:cNvSpPr/>
          <p:nvPr/>
        </p:nvSpPr>
        <p:spPr>
          <a:xfrm>
            <a:off x="228240" y="228240"/>
            <a:ext cx="11735280" cy="6401160"/>
          </a:xfrm>
          <a:custGeom>
            <a:avLst/>
            <a:gdLst/>
            <a:ahLst/>
            <a:rect l="0" t="0" r="r" b="b"/>
            <a:pathLst>
              <a:path w="32598" h="17781">
                <a:moveTo>
                  <a:pt x="530" y="0"/>
                </a:moveTo>
                <a:lnTo>
                  <a:pt x="32069" y="0"/>
                </a:lnTo>
                <a:cubicBezTo>
                  <a:pt x="32104" y="0"/>
                  <a:pt x="32138" y="4"/>
                  <a:pt x="32172" y="11"/>
                </a:cubicBezTo>
                <a:cubicBezTo>
                  <a:pt x="32206" y="17"/>
                  <a:pt x="32239" y="27"/>
                  <a:pt x="32271" y="41"/>
                </a:cubicBezTo>
                <a:cubicBezTo>
                  <a:pt x="32304" y="54"/>
                  <a:pt x="32334" y="70"/>
                  <a:pt x="32363" y="90"/>
                </a:cubicBezTo>
                <a:cubicBezTo>
                  <a:pt x="32392" y="109"/>
                  <a:pt x="32419" y="131"/>
                  <a:pt x="32443" y="155"/>
                </a:cubicBezTo>
                <a:cubicBezTo>
                  <a:pt x="32468" y="180"/>
                  <a:pt x="32490" y="207"/>
                  <a:pt x="32509" y="236"/>
                </a:cubicBezTo>
                <a:cubicBezTo>
                  <a:pt x="32528" y="265"/>
                  <a:pt x="32545" y="295"/>
                  <a:pt x="32558" y="327"/>
                </a:cubicBezTo>
                <a:cubicBezTo>
                  <a:pt x="32571" y="359"/>
                  <a:pt x="32581" y="392"/>
                  <a:pt x="32588" y="426"/>
                </a:cubicBezTo>
                <a:cubicBezTo>
                  <a:pt x="32595" y="461"/>
                  <a:pt x="32598" y="495"/>
                  <a:pt x="32598" y="530"/>
                </a:cubicBezTo>
                <a:lnTo>
                  <a:pt x="32598" y="17252"/>
                </a:lnTo>
                <a:cubicBezTo>
                  <a:pt x="32598" y="17287"/>
                  <a:pt x="32595" y="17321"/>
                  <a:pt x="32588" y="17356"/>
                </a:cubicBezTo>
                <a:cubicBezTo>
                  <a:pt x="32581" y="17390"/>
                  <a:pt x="32571" y="17423"/>
                  <a:pt x="32558" y="17455"/>
                </a:cubicBezTo>
                <a:cubicBezTo>
                  <a:pt x="32545" y="17487"/>
                  <a:pt x="32528" y="17517"/>
                  <a:pt x="32509" y="17546"/>
                </a:cubicBezTo>
                <a:cubicBezTo>
                  <a:pt x="32490" y="17575"/>
                  <a:pt x="32468" y="17602"/>
                  <a:pt x="32443" y="17627"/>
                </a:cubicBezTo>
                <a:cubicBezTo>
                  <a:pt x="32419" y="17651"/>
                  <a:pt x="32392" y="17673"/>
                  <a:pt x="32363" y="17692"/>
                </a:cubicBezTo>
                <a:cubicBezTo>
                  <a:pt x="32334" y="17712"/>
                  <a:pt x="32304" y="17728"/>
                  <a:pt x="32271" y="17741"/>
                </a:cubicBezTo>
                <a:cubicBezTo>
                  <a:pt x="32239" y="17755"/>
                  <a:pt x="32206" y="17765"/>
                  <a:pt x="32172" y="17771"/>
                </a:cubicBezTo>
                <a:cubicBezTo>
                  <a:pt x="32138" y="17778"/>
                  <a:pt x="32104" y="17781"/>
                  <a:pt x="32069" y="17781"/>
                </a:cubicBezTo>
                <a:lnTo>
                  <a:pt x="530" y="17781"/>
                </a:lnTo>
                <a:cubicBezTo>
                  <a:pt x="495" y="17781"/>
                  <a:pt x="461" y="17778"/>
                  <a:pt x="426" y="17771"/>
                </a:cubicBezTo>
                <a:cubicBezTo>
                  <a:pt x="392" y="17765"/>
                  <a:pt x="359" y="17755"/>
                  <a:pt x="327" y="17741"/>
                </a:cubicBezTo>
                <a:cubicBezTo>
                  <a:pt x="295" y="17728"/>
                  <a:pt x="265" y="17712"/>
                  <a:pt x="236" y="17692"/>
                </a:cubicBezTo>
                <a:cubicBezTo>
                  <a:pt x="207" y="17673"/>
                  <a:pt x="180" y="17651"/>
                  <a:pt x="155" y="17627"/>
                </a:cubicBezTo>
                <a:cubicBezTo>
                  <a:pt x="131" y="17602"/>
                  <a:pt x="109" y="17575"/>
                  <a:pt x="90" y="17546"/>
                </a:cubicBezTo>
                <a:cubicBezTo>
                  <a:pt x="70" y="17517"/>
                  <a:pt x="54" y="17487"/>
                  <a:pt x="41" y="17455"/>
                </a:cubicBezTo>
                <a:cubicBezTo>
                  <a:pt x="27" y="17423"/>
                  <a:pt x="17" y="17390"/>
                  <a:pt x="11" y="17356"/>
                </a:cubicBezTo>
                <a:cubicBezTo>
                  <a:pt x="4" y="17321"/>
                  <a:pt x="0" y="17287"/>
                  <a:pt x="0" y="17252"/>
                </a:cubicBezTo>
                <a:lnTo>
                  <a:pt x="0" y="530"/>
                </a:lnTo>
                <a:cubicBezTo>
                  <a:pt x="0" y="495"/>
                  <a:pt x="4" y="461"/>
                  <a:pt x="11" y="426"/>
                </a:cubicBezTo>
                <a:cubicBezTo>
                  <a:pt x="17" y="392"/>
                  <a:pt x="27" y="359"/>
                  <a:pt x="41" y="327"/>
                </a:cubicBezTo>
                <a:cubicBezTo>
                  <a:pt x="54" y="295"/>
                  <a:pt x="70" y="265"/>
                  <a:pt x="90" y="236"/>
                </a:cubicBezTo>
                <a:cubicBezTo>
                  <a:pt x="109" y="207"/>
                  <a:pt x="131" y="180"/>
                  <a:pt x="155" y="155"/>
                </a:cubicBezTo>
                <a:cubicBezTo>
                  <a:pt x="180" y="131"/>
                  <a:pt x="207" y="109"/>
                  <a:pt x="236" y="90"/>
                </a:cubicBezTo>
                <a:cubicBezTo>
                  <a:pt x="265" y="70"/>
                  <a:pt x="295" y="54"/>
                  <a:pt x="327" y="41"/>
                </a:cubicBezTo>
                <a:cubicBezTo>
                  <a:pt x="359" y="27"/>
                  <a:pt x="392" y="17"/>
                  <a:pt x="426" y="11"/>
                </a:cubicBezTo>
                <a:cubicBezTo>
                  <a:pt x="461" y="4"/>
                  <a:pt x="495" y="0"/>
                  <a:pt x="530" y="0"/>
                </a:cubicBez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pic>
        <p:nvPicPr>
          <p:cNvPr id="153" name="" descr=""/>
          <p:cNvPicPr/>
          <p:nvPr/>
        </p:nvPicPr>
        <p:blipFill>
          <a:blip r:embed="rId1"/>
          <a:stretch/>
        </p:blipFill>
        <p:spPr>
          <a:xfrm>
            <a:off x="10515600" y="38160"/>
            <a:ext cx="1142640" cy="1142640"/>
          </a:xfrm>
          <a:prstGeom prst="rect">
            <a:avLst/>
          </a:prstGeom>
          <a:ln w="0">
            <a:noFill/>
          </a:ln>
        </p:spPr>
      </p:pic>
      <p:sp>
        <p:nvSpPr>
          <p:cNvPr id="154" name=""/>
          <p:cNvSpPr/>
          <p:nvPr/>
        </p:nvSpPr>
        <p:spPr>
          <a:xfrm>
            <a:off x="857160" y="1581120"/>
            <a:ext cx="86040" cy="86040"/>
          </a:xfrm>
          <a:custGeom>
            <a:avLst/>
            <a:gdLst/>
            <a:ahLst/>
            <a:rect l="0" t="0" r="r" b="b"/>
            <a:pathLst>
              <a:path w="239" h="239">
                <a:moveTo>
                  <a:pt x="239" y="120"/>
                </a:moveTo>
                <a:cubicBezTo>
                  <a:pt x="239" y="135"/>
                  <a:pt x="236" y="151"/>
                  <a:pt x="230" y="165"/>
                </a:cubicBezTo>
                <a:cubicBezTo>
                  <a:pt x="224" y="180"/>
                  <a:pt x="215" y="193"/>
                  <a:pt x="204" y="204"/>
                </a:cubicBezTo>
                <a:cubicBezTo>
                  <a:pt x="193" y="215"/>
                  <a:pt x="180" y="224"/>
                  <a:pt x="165" y="230"/>
                </a:cubicBezTo>
                <a:cubicBezTo>
                  <a:pt x="151" y="236"/>
                  <a:pt x="136" y="239"/>
                  <a:pt x="120" y="239"/>
                </a:cubicBezTo>
                <a:cubicBezTo>
                  <a:pt x="103" y="239"/>
                  <a:pt x="88" y="236"/>
                  <a:pt x="73" y="230"/>
                </a:cubicBezTo>
                <a:cubicBezTo>
                  <a:pt x="59" y="224"/>
                  <a:pt x="46" y="215"/>
                  <a:pt x="35" y="204"/>
                </a:cubicBezTo>
                <a:cubicBezTo>
                  <a:pt x="23" y="193"/>
                  <a:pt x="15" y="180"/>
                  <a:pt x="9" y="165"/>
                </a:cubicBezTo>
                <a:cubicBezTo>
                  <a:pt x="3" y="151"/>
                  <a:pt x="0" y="135"/>
                  <a:pt x="0" y="120"/>
                </a:cubicBezTo>
                <a:cubicBezTo>
                  <a:pt x="0" y="104"/>
                  <a:pt x="3" y="89"/>
                  <a:pt x="9" y="74"/>
                </a:cubicBezTo>
                <a:cubicBezTo>
                  <a:pt x="15" y="59"/>
                  <a:pt x="23" y="47"/>
                  <a:pt x="35" y="35"/>
                </a:cubicBezTo>
                <a:cubicBezTo>
                  <a:pt x="46" y="24"/>
                  <a:pt x="59" y="16"/>
                  <a:pt x="73" y="9"/>
                </a:cubicBezTo>
                <a:cubicBezTo>
                  <a:pt x="88" y="3"/>
                  <a:pt x="103" y="0"/>
                  <a:pt x="120" y="0"/>
                </a:cubicBezTo>
                <a:cubicBezTo>
                  <a:pt x="136" y="0"/>
                  <a:pt x="151" y="3"/>
                  <a:pt x="165" y="9"/>
                </a:cubicBezTo>
                <a:cubicBezTo>
                  <a:pt x="180" y="16"/>
                  <a:pt x="193" y="24"/>
                  <a:pt x="204" y="35"/>
                </a:cubicBezTo>
                <a:cubicBezTo>
                  <a:pt x="215" y="47"/>
                  <a:pt x="224" y="59"/>
                  <a:pt x="230" y="74"/>
                </a:cubicBezTo>
                <a:cubicBezTo>
                  <a:pt x="236" y="89"/>
                  <a:pt x="239" y="104"/>
                  <a:pt x="239" y="120"/>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155" name=""/>
          <p:cNvSpPr txBox="1"/>
          <p:nvPr/>
        </p:nvSpPr>
        <p:spPr>
          <a:xfrm>
            <a:off x="533520" y="870120"/>
            <a:ext cx="1931760" cy="399600"/>
          </a:xfrm>
          <a:prstGeom prst="rect">
            <a:avLst/>
          </a:prstGeom>
          <a:noFill/>
          <a:ln w="0">
            <a:noFill/>
          </a:ln>
        </p:spPr>
        <p:txBody>
          <a:bodyPr wrap="none" lIns="0" rIns="0" tIns="0" bIns="0" anchor="t">
            <a:noAutofit/>
          </a:bodyPr>
          <a:p>
            <a:r>
              <a:rPr b="0" lang="zh-CN" sz="2170" spc="-1" strike="noStrike">
                <a:solidFill>
                  <a:srgbClr val="111111"/>
                </a:solidFill>
                <a:latin typeface="NotoSansCJKjp"/>
                <a:ea typeface="NotoSansCJKjp"/>
              </a:rPr>
              <a:t>左カラムの内容</a:t>
            </a:r>
            <a:endParaRPr b="0" lang="en-US" sz="2170" spc="-1" strike="noStrike">
              <a:solidFill>
                <a:srgbClr val="000000"/>
              </a:solidFill>
              <a:latin typeface="Times New Roman"/>
            </a:endParaRPr>
          </a:p>
        </p:txBody>
      </p:sp>
      <p:sp>
        <p:nvSpPr>
          <p:cNvPr id="156" name=""/>
          <p:cNvSpPr txBox="1"/>
          <p:nvPr/>
        </p:nvSpPr>
        <p:spPr>
          <a:xfrm>
            <a:off x="1085760" y="1384560"/>
            <a:ext cx="1104120" cy="399600"/>
          </a:xfrm>
          <a:prstGeom prst="rect">
            <a:avLst/>
          </a:prstGeom>
          <a:noFill/>
          <a:ln w="0">
            <a:noFill/>
          </a:ln>
        </p:spPr>
        <p:txBody>
          <a:bodyPr wrap="none" lIns="0" rIns="0" tIns="0" bIns="0" anchor="t">
            <a:noAutofit/>
          </a:bodyPr>
          <a:p>
            <a:r>
              <a:rPr b="0" lang="zh-CN" sz="2170" spc="-1" strike="noStrike">
                <a:solidFill>
                  <a:srgbClr val="111111"/>
                </a:solidFill>
                <a:latin typeface="NotoSansCJKjp"/>
                <a:ea typeface="NotoSansCJKjp"/>
              </a:rPr>
              <a:t>ポイント</a:t>
            </a:r>
            <a:endParaRPr b="0" lang="en-US" sz="2170" spc="-1" strike="noStrike">
              <a:solidFill>
                <a:srgbClr val="000000"/>
              </a:solidFill>
              <a:latin typeface="Times New Roman"/>
            </a:endParaRPr>
          </a:p>
        </p:txBody>
      </p:sp>
      <p:sp>
        <p:nvSpPr>
          <p:cNvPr id="157" name=""/>
          <p:cNvSpPr/>
          <p:nvPr/>
        </p:nvSpPr>
        <p:spPr>
          <a:xfrm>
            <a:off x="857160" y="2066760"/>
            <a:ext cx="86040" cy="86040"/>
          </a:xfrm>
          <a:custGeom>
            <a:avLst/>
            <a:gdLst/>
            <a:ahLst/>
            <a:rect l="0" t="0" r="r" b="b"/>
            <a:pathLst>
              <a:path w="239" h="239">
                <a:moveTo>
                  <a:pt x="239" y="120"/>
                </a:moveTo>
                <a:cubicBezTo>
                  <a:pt x="239" y="136"/>
                  <a:pt x="236" y="151"/>
                  <a:pt x="230" y="166"/>
                </a:cubicBezTo>
                <a:cubicBezTo>
                  <a:pt x="224" y="180"/>
                  <a:pt x="215" y="193"/>
                  <a:pt x="204" y="204"/>
                </a:cubicBezTo>
                <a:cubicBezTo>
                  <a:pt x="193" y="215"/>
                  <a:pt x="180" y="224"/>
                  <a:pt x="165" y="230"/>
                </a:cubicBezTo>
                <a:cubicBezTo>
                  <a:pt x="151" y="236"/>
                  <a:pt x="136" y="239"/>
                  <a:pt x="120" y="239"/>
                </a:cubicBezTo>
                <a:cubicBezTo>
                  <a:pt x="103" y="239"/>
                  <a:pt x="88" y="236"/>
                  <a:pt x="73" y="230"/>
                </a:cubicBezTo>
                <a:cubicBezTo>
                  <a:pt x="59" y="224"/>
                  <a:pt x="46" y="215"/>
                  <a:pt x="35" y="204"/>
                </a:cubicBezTo>
                <a:cubicBezTo>
                  <a:pt x="23" y="193"/>
                  <a:pt x="15" y="180"/>
                  <a:pt x="9" y="166"/>
                </a:cubicBezTo>
                <a:cubicBezTo>
                  <a:pt x="3" y="151"/>
                  <a:pt x="0" y="136"/>
                  <a:pt x="0" y="120"/>
                </a:cubicBezTo>
                <a:cubicBezTo>
                  <a:pt x="0" y="104"/>
                  <a:pt x="3" y="88"/>
                  <a:pt x="9" y="73"/>
                </a:cubicBezTo>
                <a:cubicBezTo>
                  <a:pt x="15" y="59"/>
                  <a:pt x="23" y="46"/>
                  <a:pt x="35" y="35"/>
                </a:cubicBezTo>
                <a:cubicBezTo>
                  <a:pt x="46" y="24"/>
                  <a:pt x="59" y="15"/>
                  <a:pt x="73" y="9"/>
                </a:cubicBezTo>
                <a:cubicBezTo>
                  <a:pt x="88" y="3"/>
                  <a:pt x="103" y="0"/>
                  <a:pt x="120" y="0"/>
                </a:cubicBezTo>
                <a:cubicBezTo>
                  <a:pt x="136" y="0"/>
                  <a:pt x="151" y="3"/>
                  <a:pt x="165" y="9"/>
                </a:cubicBezTo>
                <a:cubicBezTo>
                  <a:pt x="180" y="15"/>
                  <a:pt x="193" y="24"/>
                  <a:pt x="204" y="35"/>
                </a:cubicBezTo>
                <a:cubicBezTo>
                  <a:pt x="215" y="46"/>
                  <a:pt x="224" y="59"/>
                  <a:pt x="230" y="73"/>
                </a:cubicBezTo>
                <a:cubicBezTo>
                  <a:pt x="236" y="88"/>
                  <a:pt x="239" y="104"/>
                  <a:pt x="239" y="120"/>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158" name=""/>
          <p:cNvSpPr txBox="1"/>
          <p:nvPr/>
        </p:nvSpPr>
        <p:spPr>
          <a:xfrm>
            <a:off x="2190600" y="1455120"/>
            <a:ext cx="275760" cy="308160"/>
          </a:xfrm>
          <a:prstGeom prst="rect">
            <a:avLst/>
          </a:prstGeom>
          <a:noFill/>
          <a:ln w="0">
            <a:noFill/>
          </a:ln>
        </p:spPr>
        <p:txBody>
          <a:bodyPr wrap="none" lIns="0" rIns="0" tIns="0" bIns="0" anchor="t">
            <a:noAutofit/>
          </a:bodyPr>
          <a:p>
            <a:r>
              <a:rPr b="0" lang="en-US" sz="2170" spc="-1" strike="noStrike">
                <a:solidFill>
                  <a:srgbClr val="111111"/>
                </a:solidFill>
                <a:latin typeface="Arial"/>
                <a:ea typeface="Arial"/>
              </a:rPr>
              <a:t>A</a:t>
            </a:r>
            <a:endParaRPr b="0" lang="en-US" sz="2170" spc="-1" strike="noStrike">
              <a:solidFill>
                <a:srgbClr val="000000"/>
              </a:solidFill>
              <a:latin typeface="Times New Roman"/>
            </a:endParaRPr>
          </a:p>
        </p:txBody>
      </p:sp>
      <p:sp>
        <p:nvSpPr>
          <p:cNvPr id="159" name=""/>
          <p:cNvSpPr txBox="1"/>
          <p:nvPr/>
        </p:nvSpPr>
        <p:spPr>
          <a:xfrm>
            <a:off x="1085760" y="1870200"/>
            <a:ext cx="1104120" cy="399600"/>
          </a:xfrm>
          <a:prstGeom prst="rect">
            <a:avLst/>
          </a:prstGeom>
          <a:noFill/>
          <a:ln w="0">
            <a:noFill/>
          </a:ln>
        </p:spPr>
        <p:txBody>
          <a:bodyPr wrap="none" lIns="0" rIns="0" tIns="0" bIns="0" anchor="t">
            <a:noAutofit/>
          </a:bodyPr>
          <a:p>
            <a:r>
              <a:rPr b="0" lang="zh-CN" sz="2170" spc="-1" strike="noStrike">
                <a:solidFill>
                  <a:srgbClr val="111111"/>
                </a:solidFill>
                <a:latin typeface="NotoSansCJKjp"/>
                <a:ea typeface="NotoSansCJKjp"/>
              </a:rPr>
              <a:t>ポイント</a:t>
            </a:r>
            <a:endParaRPr b="0" lang="en-US" sz="2170" spc="-1" strike="noStrike">
              <a:solidFill>
                <a:srgbClr val="000000"/>
              </a:solidFill>
              <a:latin typeface="Times New Roman"/>
            </a:endParaRPr>
          </a:p>
        </p:txBody>
      </p:sp>
      <p:sp>
        <p:nvSpPr>
          <p:cNvPr id="160" name=""/>
          <p:cNvSpPr txBox="1"/>
          <p:nvPr/>
        </p:nvSpPr>
        <p:spPr>
          <a:xfrm>
            <a:off x="2190600" y="1940760"/>
            <a:ext cx="275760" cy="308160"/>
          </a:xfrm>
          <a:prstGeom prst="rect">
            <a:avLst/>
          </a:prstGeom>
          <a:noFill/>
          <a:ln w="0">
            <a:noFill/>
          </a:ln>
        </p:spPr>
        <p:txBody>
          <a:bodyPr wrap="none" lIns="0" rIns="0" tIns="0" bIns="0" anchor="t">
            <a:noAutofit/>
          </a:bodyPr>
          <a:p>
            <a:r>
              <a:rPr b="0" lang="en-US" sz="2170" spc="-1" strike="noStrike">
                <a:solidFill>
                  <a:srgbClr val="111111"/>
                </a:solidFill>
                <a:latin typeface="Arial"/>
                <a:ea typeface="Arial"/>
              </a:rPr>
              <a:t>B</a:t>
            </a:r>
            <a:endParaRPr b="0" lang="en-US" sz="2170" spc="-1" strike="noStrike">
              <a:solidFill>
                <a:srgbClr val="000000"/>
              </a:solidFill>
              <a:latin typeface="Times New Roman"/>
            </a:endParaRPr>
          </a:p>
        </p:txBody>
      </p:sp>
      <p:sp>
        <p:nvSpPr>
          <p:cNvPr id="161" name=""/>
          <p:cNvSpPr/>
          <p:nvPr/>
        </p:nvSpPr>
        <p:spPr>
          <a:xfrm>
            <a:off x="6553080" y="1581120"/>
            <a:ext cx="86040" cy="86040"/>
          </a:xfrm>
          <a:custGeom>
            <a:avLst/>
            <a:gdLst/>
            <a:ahLst/>
            <a:rect l="0" t="0" r="r" b="b"/>
            <a:pathLst>
              <a:path w="239" h="239">
                <a:moveTo>
                  <a:pt x="239" y="120"/>
                </a:moveTo>
                <a:cubicBezTo>
                  <a:pt x="239" y="135"/>
                  <a:pt x="236" y="151"/>
                  <a:pt x="230" y="165"/>
                </a:cubicBezTo>
                <a:cubicBezTo>
                  <a:pt x="224" y="180"/>
                  <a:pt x="215" y="193"/>
                  <a:pt x="204" y="204"/>
                </a:cubicBezTo>
                <a:cubicBezTo>
                  <a:pt x="193" y="215"/>
                  <a:pt x="180" y="224"/>
                  <a:pt x="165" y="230"/>
                </a:cubicBezTo>
                <a:cubicBezTo>
                  <a:pt x="151" y="236"/>
                  <a:pt x="136" y="239"/>
                  <a:pt x="120" y="239"/>
                </a:cubicBezTo>
                <a:cubicBezTo>
                  <a:pt x="104" y="239"/>
                  <a:pt x="89" y="236"/>
                  <a:pt x="74" y="230"/>
                </a:cubicBezTo>
                <a:cubicBezTo>
                  <a:pt x="60" y="224"/>
                  <a:pt x="47" y="215"/>
                  <a:pt x="36" y="204"/>
                </a:cubicBezTo>
                <a:cubicBezTo>
                  <a:pt x="25" y="193"/>
                  <a:pt x="16" y="180"/>
                  <a:pt x="10" y="165"/>
                </a:cubicBezTo>
                <a:cubicBezTo>
                  <a:pt x="3" y="151"/>
                  <a:pt x="0" y="135"/>
                  <a:pt x="0" y="120"/>
                </a:cubicBezTo>
                <a:cubicBezTo>
                  <a:pt x="0" y="104"/>
                  <a:pt x="3" y="89"/>
                  <a:pt x="10" y="74"/>
                </a:cubicBezTo>
                <a:cubicBezTo>
                  <a:pt x="16" y="59"/>
                  <a:pt x="25" y="47"/>
                  <a:pt x="36" y="35"/>
                </a:cubicBezTo>
                <a:cubicBezTo>
                  <a:pt x="47" y="24"/>
                  <a:pt x="60" y="16"/>
                  <a:pt x="74" y="9"/>
                </a:cubicBezTo>
                <a:cubicBezTo>
                  <a:pt x="89" y="3"/>
                  <a:pt x="104" y="0"/>
                  <a:pt x="120" y="0"/>
                </a:cubicBezTo>
                <a:cubicBezTo>
                  <a:pt x="136" y="0"/>
                  <a:pt x="151" y="3"/>
                  <a:pt x="165" y="9"/>
                </a:cubicBezTo>
                <a:cubicBezTo>
                  <a:pt x="180" y="16"/>
                  <a:pt x="193" y="24"/>
                  <a:pt x="204" y="35"/>
                </a:cubicBezTo>
                <a:cubicBezTo>
                  <a:pt x="215" y="47"/>
                  <a:pt x="224" y="59"/>
                  <a:pt x="230" y="74"/>
                </a:cubicBezTo>
                <a:cubicBezTo>
                  <a:pt x="236" y="89"/>
                  <a:pt x="239" y="104"/>
                  <a:pt x="239" y="120"/>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162" name=""/>
          <p:cNvSpPr txBox="1"/>
          <p:nvPr/>
        </p:nvSpPr>
        <p:spPr>
          <a:xfrm>
            <a:off x="6229440" y="870120"/>
            <a:ext cx="1931760" cy="399600"/>
          </a:xfrm>
          <a:prstGeom prst="rect">
            <a:avLst/>
          </a:prstGeom>
          <a:noFill/>
          <a:ln w="0">
            <a:noFill/>
          </a:ln>
        </p:spPr>
        <p:txBody>
          <a:bodyPr wrap="none" lIns="0" rIns="0" tIns="0" bIns="0" anchor="t">
            <a:noAutofit/>
          </a:bodyPr>
          <a:p>
            <a:r>
              <a:rPr b="0" lang="zh-CN" sz="2170" spc="-1" strike="noStrike">
                <a:solidFill>
                  <a:srgbClr val="111111"/>
                </a:solidFill>
                <a:latin typeface="NotoSansCJKjp"/>
                <a:ea typeface="NotoSansCJKjp"/>
              </a:rPr>
              <a:t>右カラムの内容</a:t>
            </a:r>
            <a:endParaRPr b="0" lang="en-US" sz="2170" spc="-1" strike="noStrike">
              <a:solidFill>
                <a:srgbClr val="000000"/>
              </a:solidFill>
              <a:latin typeface="Times New Roman"/>
            </a:endParaRPr>
          </a:p>
        </p:txBody>
      </p:sp>
      <p:sp>
        <p:nvSpPr>
          <p:cNvPr id="163" name=""/>
          <p:cNvSpPr txBox="1"/>
          <p:nvPr/>
        </p:nvSpPr>
        <p:spPr>
          <a:xfrm>
            <a:off x="6781680" y="1384560"/>
            <a:ext cx="1104120" cy="399600"/>
          </a:xfrm>
          <a:prstGeom prst="rect">
            <a:avLst/>
          </a:prstGeom>
          <a:noFill/>
          <a:ln w="0">
            <a:noFill/>
          </a:ln>
        </p:spPr>
        <p:txBody>
          <a:bodyPr wrap="none" lIns="0" rIns="0" tIns="0" bIns="0" anchor="t">
            <a:noAutofit/>
          </a:bodyPr>
          <a:p>
            <a:r>
              <a:rPr b="0" lang="zh-CN" sz="2170" spc="-1" strike="noStrike">
                <a:solidFill>
                  <a:srgbClr val="111111"/>
                </a:solidFill>
                <a:latin typeface="NotoSansCJKjp"/>
                <a:ea typeface="NotoSansCJKjp"/>
              </a:rPr>
              <a:t>ポイント</a:t>
            </a:r>
            <a:endParaRPr b="0" lang="en-US" sz="2170" spc="-1" strike="noStrike">
              <a:solidFill>
                <a:srgbClr val="000000"/>
              </a:solidFill>
              <a:latin typeface="Times New Roman"/>
            </a:endParaRPr>
          </a:p>
        </p:txBody>
      </p:sp>
      <p:sp>
        <p:nvSpPr>
          <p:cNvPr id="164" name=""/>
          <p:cNvSpPr/>
          <p:nvPr/>
        </p:nvSpPr>
        <p:spPr>
          <a:xfrm>
            <a:off x="6553080" y="2066760"/>
            <a:ext cx="86040" cy="86040"/>
          </a:xfrm>
          <a:custGeom>
            <a:avLst/>
            <a:gdLst/>
            <a:ahLst/>
            <a:rect l="0" t="0" r="r" b="b"/>
            <a:pathLst>
              <a:path w="239" h="239">
                <a:moveTo>
                  <a:pt x="239" y="120"/>
                </a:moveTo>
                <a:cubicBezTo>
                  <a:pt x="239" y="136"/>
                  <a:pt x="236" y="151"/>
                  <a:pt x="230" y="166"/>
                </a:cubicBezTo>
                <a:cubicBezTo>
                  <a:pt x="224" y="180"/>
                  <a:pt x="215" y="193"/>
                  <a:pt x="204" y="204"/>
                </a:cubicBezTo>
                <a:cubicBezTo>
                  <a:pt x="193" y="215"/>
                  <a:pt x="180" y="224"/>
                  <a:pt x="165" y="230"/>
                </a:cubicBezTo>
                <a:cubicBezTo>
                  <a:pt x="151" y="236"/>
                  <a:pt x="136" y="239"/>
                  <a:pt x="120" y="239"/>
                </a:cubicBezTo>
                <a:cubicBezTo>
                  <a:pt x="104" y="239"/>
                  <a:pt x="89" y="236"/>
                  <a:pt x="74" y="230"/>
                </a:cubicBezTo>
                <a:cubicBezTo>
                  <a:pt x="60" y="224"/>
                  <a:pt x="47" y="215"/>
                  <a:pt x="36" y="204"/>
                </a:cubicBezTo>
                <a:cubicBezTo>
                  <a:pt x="25" y="193"/>
                  <a:pt x="16" y="180"/>
                  <a:pt x="10" y="166"/>
                </a:cubicBezTo>
                <a:cubicBezTo>
                  <a:pt x="3" y="151"/>
                  <a:pt x="0" y="136"/>
                  <a:pt x="0" y="120"/>
                </a:cubicBezTo>
                <a:cubicBezTo>
                  <a:pt x="0" y="104"/>
                  <a:pt x="3" y="88"/>
                  <a:pt x="10" y="73"/>
                </a:cubicBezTo>
                <a:cubicBezTo>
                  <a:pt x="16" y="59"/>
                  <a:pt x="25" y="46"/>
                  <a:pt x="36" y="35"/>
                </a:cubicBezTo>
                <a:cubicBezTo>
                  <a:pt x="47" y="24"/>
                  <a:pt x="60" y="15"/>
                  <a:pt x="74" y="9"/>
                </a:cubicBezTo>
                <a:cubicBezTo>
                  <a:pt x="89" y="3"/>
                  <a:pt x="104" y="0"/>
                  <a:pt x="120" y="0"/>
                </a:cubicBezTo>
                <a:cubicBezTo>
                  <a:pt x="136" y="0"/>
                  <a:pt x="151" y="3"/>
                  <a:pt x="165" y="9"/>
                </a:cubicBezTo>
                <a:cubicBezTo>
                  <a:pt x="180" y="15"/>
                  <a:pt x="193" y="24"/>
                  <a:pt x="204" y="35"/>
                </a:cubicBezTo>
                <a:cubicBezTo>
                  <a:pt x="215" y="46"/>
                  <a:pt x="224" y="59"/>
                  <a:pt x="230" y="73"/>
                </a:cubicBezTo>
                <a:cubicBezTo>
                  <a:pt x="236" y="88"/>
                  <a:pt x="239" y="104"/>
                  <a:pt x="239" y="120"/>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165" name=""/>
          <p:cNvSpPr txBox="1"/>
          <p:nvPr/>
        </p:nvSpPr>
        <p:spPr>
          <a:xfrm>
            <a:off x="7886880" y="1455120"/>
            <a:ext cx="275760" cy="308160"/>
          </a:xfrm>
          <a:prstGeom prst="rect">
            <a:avLst/>
          </a:prstGeom>
          <a:noFill/>
          <a:ln w="0">
            <a:noFill/>
          </a:ln>
        </p:spPr>
        <p:txBody>
          <a:bodyPr wrap="none" lIns="0" rIns="0" tIns="0" bIns="0" anchor="t">
            <a:noAutofit/>
          </a:bodyPr>
          <a:p>
            <a:r>
              <a:rPr b="0" lang="en-US" sz="2170" spc="-1" strike="noStrike">
                <a:solidFill>
                  <a:srgbClr val="111111"/>
                </a:solidFill>
                <a:latin typeface="Arial"/>
                <a:ea typeface="Arial"/>
              </a:rPr>
              <a:t>C</a:t>
            </a:r>
            <a:endParaRPr b="0" lang="en-US" sz="2170" spc="-1" strike="noStrike">
              <a:solidFill>
                <a:srgbClr val="000000"/>
              </a:solidFill>
              <a:latin typeface="Times New Roman"/>
            </a:endParaRPr>
          </a:p>
        </p:txBody>
      </p:sp>
      <p:sp>
        <p:nvSpPr>
          <p:cNvPr id="166" name=""/>
          <p:cNvSpPr txBox="1"/>
          <p:nvPr/>
        </p:nvSpPr>
        <p:spPr>
          <a:xfrm>
            <a:off x="6781680" y="1870200"/>
            <a:ext cx="1104120" cy="399600"/>
          </a:xfrm>
          <a:prstGeom prst="rect">
            <a:avLst/>
          </a:prstGeom>
          <a:noFill/>
          <a:ln w="0">
            <a:noFill/>
          </a:ln>
        </p:spPr>
        <p:txBody>
          <a:bodyPr wrap="none" lIns="0" rIns="0" tIns="0" bIns="0" anchor="t">
            <a:noAutofit/>
          </a:bodyPr>
          <a:p>
            <a:r>
              <a:rPr b="0" lang="zh-CN" sz="2170" spc="-1" strike="noStrike">
                <a:solidFill>
                  <a:srgbClr val="111111"/>
                </a:solidFill>
                <a:latin typeface="NotoSansCJKjp"/>
                <a:ea typeface="NotoSansCJKjp"/>
              </a:rPr>
              <a:t>ポイント</a:t>
            </a:r>
            <a:endParaRPr b="0" lang="en-US" sz="2170" spc="-1" strike="noStrike">
              <a:solidFill>
                <a:srgbClr val="000000"/>
              </a:solidFill>
              <a:latin typeface="Times New Roman"/>
            </a:endParaRPr>
          </a:p>
        </p:txBody>
      </p:sp>
      <p:sp>
        <p:nvSpPr>
          <p:cNvPr id="167" name=""/>
          <p:cNvSpPr txBox="1"/>
          <p:nvPr/>
        </p:nvSpPr>
        <p:spPr>
          <a:xfrm>
            <a:off x="7886880" y="1940760"/>
            <a:ext cx="275760" cy="308160"/>
          </a:xfrm>
          <a:prstGeom prst="rect">
            <a:avLst/>
          </a:prstGeom>
          <a:noFill/>
          <a:ln w="0">
            <a:noFill/>
          </a:ln>
        </p:spPr>
        <p:txBody>
          <a:bodyPr wrap="none" lIns="0" rIns="0" tIns="0" bIns="0" anchor="t">
            <a:noAutofit/>
          </a:bodyPr>
          <a:p>
            <a:r>
              <a:rPr b="0" lang="en-US" sz="2170" spc="-1" strike="noStrike">
                <a:solidFill>
                  <a:srgbClr val="111111"/>
                </a:solidFill>
                <a:latin typeface="Arial"/>
                <a:ea typeface="Arial"/>
              </a:rPr>
              <a:t>D</a:t>
            </a:r>
            <a:endParaRPr b="0" lang="en-US" sz="2170" spc="-1" strike="noStrike">
              <a:solidFill>
                <a:srgbClr val="000000"/>
              </a:solidFill>
              <a:latin typeface="Times New Roman"/>
            </a:endParaRPr>
          </a:p>
        </p:txBody>
      </p:sp>
      <p:sp>
        <p:nvSpPr>
          <p:cNvPr id="168" name=""/>
          <p:cNvSpPr txBox="1"/>
          <p:nvPr/>
        </p:nvSpPr>
        <p:spPr>
          <a:xfrm>
            <a:off x="914400" y="414000"/>
            <a:ext cx="247320" cy="279360"/>
          </a:xfrm>
          <a:prstGeom prst="rect">
            <a:avLst/>
          </a:prstGeom>
          <a:noFill/>
          <a:ln w="0">
            <a:noFill/>
          </a:ln>
        </p:spPr>
        <p:txBody>
          <a:bodyPr wrap="none" lIns="0" rIns="0" tIns="0" bIns="0" anchor="t">
            <a:noAutofit/>
          </a:bodyPr>
          <a:p>
            <a:r>
              <a:rPr b="1" lang="en-US" sz="1950" spc="-1" strike="noStrike">
                <a:solidFill>
                  <a:srgbClr val="111111"/>
                </a:solidFill>
                <a:latin typeface="Arial"/>
                <a:ea typeface="Arial"/>
              </a:rPr>
              <a:t>2</a:t>
            </a:r>
            <a:endParaRPr b="0" lang="en-US" sz="1950" spc="-1" strike="noStrike">
              <a:solidFill>
                <a:srgbClr val="000000"/>
              </a:solidFill>
              <a:latin typeface="Times New Roman"/>
            </a:endParaRPr>
          </a:p>
        </p:txBody>
      </p:sp>
      <p:sp>
        <p:nvSpPr>
          <p:cNvPr id="169" name=""/>
          <p:cNvSpPr/>
          <p:nvPr/>
        </p:nvSpPr>
        <p:spPr>
          <a:xfrm>
            <a:off x="533160" y="561960"/>
            <a:ext cx="267120" cy="57240"/>
          </a:xfrm>
          <a:custGeom>
            <a:avLst/>
            <a:gdLst/>
            <a:ahLst/>
            <a:rect l="0" t="0" r="r" b="b"/>
            <a:pathLst>
              <a:path w="742" h="159">
                <a:moveTo>
                  <a:pt x="0" y="106"/>
                </a:moveTo>
                <a:lnTo>
                  <a:pt x="0" y="52"/>
                </a:lnTo>
                <a:cubicBezTo>
                  <a:pt x="0" y="45"/>
                  <a:pt x="2" y="39"/>
                  <a:pt x="4" y="32"/>
                </a:cubicBezTo>
                <a:cubicBezTo>
                  <a:pt x="7" y="26"/>
                  <a:pt x="11" y="20"/>
                  <a:pt x="16" y="15"/>
                </a:cubicBezTo>
                <a:cubicBezTo>
                  <a:pt x="21" y="10"/>
                  <a:pt x="26" y="6"/>
                  <a:pt x="33" y="4"/>
                </a:cubicBezTo>
                <a:cubicBezTo>
                  <a:pt x="39" y="1"/>
                  <a:pt x="46" y="0"/>
                  <a:pt x="53" y="0"/>
                </a:cubicBezTo>
                <a:lnTo>
                  <a:pt x="689" y="0"/>
                </a:lnTo>
                <a:cubicBezTo>
                  <a:pt x="696" y="0"/>
                  <a:pt x="703" y="1"/>
                  <a:pt x="709" y="4"/>
                </a:cubicBezTo>
                <a:cubicBezTo>
                  <a:pt x="716" y="6"/>
                  <a:pt x="722" y="10"/>
                  <a:pt x="727" y="15"/>
                </a:cubicBezTo>
                <a:cubicBezTo>
                  <a:pt x="731" y="20"/>
                  <a:pt x="735" y="26"/>
                  <a:pt x="738" y="32"/>
                </a:cubicBezTo>
                <a:cubicBezTo>
                  <a:pt x="741" y="39"/>
                  <a:pt x="742" y="45"/>
                  <a:pt x="742" y="52"/>
                </a:cubicBezTo>
                <a:lnTo>
                  <a:pt x="742" y="106"/>
                </a:lnTo>
                <a:cubicBezTo>
                  <a:pt x="742" y="113"/>
                  <a:pt x="741" y="120"/>
                  <a:pt x="738" y="127"/>
                </a:cubicBezTo>
                <a:cubicBezTo>
                  <a:pt x="735" y="133"/>
                  <a:pt x="731" y="139"/>
                  <a:pt x="727" y="144"/>
                </a:cubicBezTo>
                <a:cubicBezTo>
                  <a:pt x="722" y="149"/>
                  <a:pt x="716" y="153"/>
                  <a:pt x="709" y="155"/>
                </a:cubicBezTo>
                <a:cubicBezTo>
                  <a:pt x="703" y="158"/>
                  <a:pt x="696" y="159"/>
                  <a:pt x="689" y="159"/>
                </a:cubicBezTo>
                <a:lnTo>
                  <a:pt x="53" y="159"/>
                </a:lnTo>
                <a:cubicBezTo>
                  <a:pt x="46" y="159"/>
                  <a:pt x="39" y="158"/>
                  <a:pt x="33" y="155"/>
                </a:cubicBezTo>
                <a:cubicBezTo>
                  <a:pt x="26" y="153"/>
                  <a:pt x="21" y="149"/>
                  <a:pt x="16" y="144"/>
                </a:cubicBezTo>
                <a:cubicBezTo>
                  <a:pt x="11" y="139"/>
                  <a:pt x="7" y="133"/>
                  <a:pt x="4" y="127"/>
                </a:cubicBezTo>
                <a:cubicBezTo>
                  <a:pt x="2" y="120"/>
                  <a:pt x="0" y="113"/>
                  <a:pt x="0" y="106"/>
                </a:cubicBez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170" name=""/>
          <p:cNvSpPr txBox="1"/>
          <p:nvPr/>
        </p:nvSpPr>
        <p:spPr>
          <a:xfrm>
            <a:off x="1052280" y="351000"/>
            <a:ext cx="1739520" cy="360000"/>
          </a:xfrm>
          <a:prstGeom prst="rect">
            <a:avLst/>
          </a:prstGeom>
          <a:noFill/>
          <a:ln w="0">
            <a:noFill/>
          </a:ln>
        </p:spPr>
        <p:txBody>
          <a:bodyPr wrap="none" lIns="0" rIns="0" tIns="0" bIns="0" anchor="t">
            <a:noAutofit/>
          </a:bodyPr>
          <a:p>
            <a:r>
              <a:rPr b="0" lang="zh-CN" sz="1950" spc="-1" strike="noStrike">
                <a:solidFill>
                  <a:srgbClr val="111111"/>
                </a:solidFill>
                <a:latin typeface="NotoSansCJKjp"/>
                <a:ea typeface="NotoSansCJKjp"/>
              </a:rPr>
              <a:t>段組みサンプル</a:t>
            </a:r>
            <a:endParaRPr b="0" lang="en-US" sz="1950" spc="-1" strike="noStrike">
              <a:solidFill>
                <a:srgbClr val="000000"/>
              </a:solidFill>
              <a:latin typeface="Times New Roman"/>
            </a:endParaRPr>
          </a:p>
        </p:txBody>
      </p:sp>
      <p:sp>
        <p:nvSpPr>
          <p:cNvPr id="171" name=""/>
          <p:cNvSpPr txBox="1"/>
          <p:nvPr/>
        </p:nvSpPr>
        <p:spPr>
          <a:xfrm>
            <a:off x="11946240" y="6458400"/>
            <a:ext cx="304560" cy="340200"/>
          </a:xfrm>
          <a:prstGeom prst="rect">
            <a:avLst/>
          </a:prstGeom>
          <a:noFill/>
          <a:ln w="0">
            <a:noFill/>
          </a:ln>
        </p:spPr>
        <p:txBody>
          <a:bodyPr wrap="none" lIns="0" rIns="0" tIns="0" bIns="0" anchor="t">
            <a:noAutofit/>
          </a:bodyPr>
          <a:p>
            <a:r>
              <a:rPr b="0" lang="en-US" sz="2400" spc="-1" strike="noStrike">
                <a:solidFill>
                  <a:srgbClr val="111111"/>
                </a:solidFill>
                <a:latin typeface="Arial"/>
                <a:ea typeface="Arial"/>
              </a:rPr>
              <a:t>8</a:t>
            </a:r>
            <a:endParaRPr b="0" lang="en-US"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173"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174"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c9c9c9"/>
          </a:solidFill>
          <a:ln w="0">
            <a:noFill/>
          </a:ln>
        </p:spPr>
        <p:txBody>
          <a:bodyPr lIns="0" rIns="0" tIns="0" bIns="0" anchor="t">
            <a:noAutofit/>
          </a:bodyPr>
          <a:p>
            <a:endParaRPr b="0" lang="en-US" sz="2400" spc="-1" strike="noStrike">
              <a:solidFill>
                <a:srgbClr val="000000"/>
              </a:solidFill>
              <a:latin typeface="Times New Roman"/>
            </a:endParaRPr>
          </a:p>
        </p:txBody>
      </p:sp>
      <p:sp>
        <p:nvSpPr>
          <p:cNvPr id="175" name=""/>
          <p:cNvSpPr/>
          <p:nvPr/>
        </p:nvSpPr>
        <p:spPr>
          <a:xfrm>
            <a:off x="228240" y="228240"/>
            <a:ext cx="11735280" cy="6401160"/>
          </a:xfrm>
          <a:custGeom>
            <a:avLst/>
            <a:gdLst/>
            <a:ahLst/>
            <a:rect l="0" t="0" r="r" b="b"/>
            <a:pathLst>
              <a:path w="32598" h="17781">
                <a:moveTo>
                  <a:pt x="530" y="0"/>
                </a:moveTo>
                <a:lnTo>
                  <a:pt x="32069" y="0"/>
                </a:lnTo>
                <a:cubicBezTo>
                  <a:pt x="32104" y="0"/>
                  <a:pt x="32138" y="4"/>
                  <a:pt x="32172" y="11"/>
                </a:cubicBezTo>
                <a:cubicBezTo>
                  <a:pt x="32206" y="17"/>
                  <a:pt x="32239" y="27"/>
                  <a:pt x="32271" y="41"/>
                </a:cubicBezTo>
                <a:cubicBezTo>
                  <a:pt x="32304" y="54"/>
                  <a:pt x="32334" y="70"/>
                  <a:pt x="32363" y="90"/>
                </a:cubicBezTo>
                <a:cubicBezTo>
                  <a:pt x="32392" y="109"/>
                  <a:pt x="32419" y="131"/>
                  <a:pt x="32443" y="155"/>
                </a:cubicBezTo>
                <a:cubicBezTo>
                  <a:pt x="32468" y="180"/>
                  <a:pt x="32490" y="207"/>
                  <a:pt x="32509" y="236"/>
                </a:cubicBezTo>
                <a:cubicBezTo>
                  <a:pt x="32528" y="265"/>
                  <a:pt x="32545" y="295"/>
                  <a:pt x="32558" y="327"/>
                </a:cubicBezTo>
                <a:cubicBezTo>
                  <a:pt x="32571" y="359"/>
                  <a:pt x="32581" y="392"/>
                  <a:pt x="32588" y="426"/>
                </a:cubicBezTo>
                <a:cubicBezTo>
                  <a:pt x="32595" y="461"/>
                  <a:pt x="32598" y="495"/>
                  <a:pt x="32598" y="530"/>
                </a:cubicBezTo>
                <a:lnTo>
                  <a:pt x="32598" y="17252"/>
                </a:lnTo>
                <a:cubicBezTo>
                  <a:pt x="32598" y="17287"/>
                  <a:pt x="32595" y="17321"/>
                  <a:pt x="32588" y="17356"/>
                </a:cubicBezTo>
                <a:cubicBezTo>
                  <a:pt x="32581" y="17390"/>
                  <a:pt x="32571" y="17423"/>
                  <a:pt x="32558" y="17455"/>
                </a:cubicBezTo>
                <a:cubicBezTo>
                  <a:pt x="32545" y="17487"/>
                  <a:pt x="32528" y="17517"/>
                  <a:pt x="32509" y="17546"/>
                </a:cubicBezTo>
                <a:cubicBezTo>
                  <a:pt x="32490" y="17575"/>
                  <a:pt x="32468" y="17602"/>
                  <a:pt x="32443" y="17627"/>
                </a:cubicBezTo>
                <a:cubicBezTo>
                  <a:pt x="32419" y="17651"/>
                  <a:pt x="32392" y="17673"/>
                  <a:pt x="32363" y="17692"/>
                </a:cubicBezTo>
                <a:cubicBezTo>
                  <a:pt x="32334" y="17712"/>
                  <a:pt x="32304" y="17728"/>
                  <a:pt x="32271" y="17741"/>
                </a:cubicBezTo>
                <a:cubicBezTo>
                  <a:pt x="32239" y="17755"/>
                  <a:pt x="32206" y="17765"/>
                  <a:pt x="32172" y="17771"/>
                </a:cubicBezTo>
                <a:cubicBezTo>
                  <a:pt x="32138" y="17778"/>
                  <a:pt x="32104" y="17781"/>
                  <a:pt x="32069" y="17781"/>
                </a:cubicBezTo>
                <a:lnTo>
                  <a:pt x="530" y="17781"/>
                </a:lnTo>
                <a:cubicBezTo>
                  <a:pt x="495" y="17781"/>
                  <a:pt x="461" y="17778"/>
                  <a:pt x="426" y="17771"/>
                </a:cubicBezTo>
                <a:cubicBezTo>
                  <a:pt x="392" y="17765"/>
                  <a:pt x="359" y="17755"/>
                  <a:pt x="327" y="17741"/>
                </a:cubicBezTo>
                <a:cubicBezTo>
                  <a:pt x="295" y="17728"/>
                  <a:pt x="265" y="17712"/>
                  <a:pt x="236" y="17692"/>
                </a:cubicBezTo>
                <a:cubicBezTo>
                  <a:pt x="207" y="17673"/>
                  <a:pt x="180" y="17651"/>
                  <a:pt x="155" y="17627"/>
                </a:cubicBezTo>
                <a:cubicBezTo>
                  <a:pt x="131" y="17602"/>
                  <a:pt x="109" y="17575"/>
                  <a:pt x="90" y="17546"/>
                </a:cubicBezTo>
                <a:cubicBezTo>
                  <a:pt x="70" y="17517"/>
                  <a:pt x="54" y="17487"/>
                  <a:pt x="41" y="17455"/>
                </a:cubicBezTo>
                <a:cubicBezTo>
                  <a:pt x="27" y="17423"/>
                  <a:pt x="17" y="17390"/>
                  <a:pt x="11" y="17356"/>
                </a:cubicBezTo>
                <a:cubicBezTo>
                  <a:pt x="4" y="17321"/>
                  <a:pt x="0" y="17287"/>
                  <a:pt x="0" y="17252"/>
                </a:cubicBezTo>
                <a:lnTo>
                  <a:pt x="0" y="530"/>
                </a:lnTo>
                <a:cubicBezTo>
                  <a:pt x="0" y="495"/>
                  <a:pt x="4" y="461"/>
                  <a:pt x="11" y="426"/>
                </a:cubicBezTo>
                <a:cubicBezTo>
                  <a:pt x="17" y="392"/>
                  <a:pt x="27" y="359"/>
                  <a:pt x="41" y="327"/>
                </a:cubicBezTo>
                <a:cubicBezTo>
                  <a:pt x="54" y="295"/>
                  <a:pt x="70" y="265"/>
                  <a:pt x="90" y="236"/>
                </a:cubicBezTo>
                <a:cubicBezTo>
                  <a:pt x="109" y="207"/>
                  <a:pt x="131" y="180"/>
                  <a:pt x="155" y="155"/>
                </a:cubicBezTo>
                <a:cubicBezTo>
                  <a:pt x="180" y="131"/>
                  <a:pt x="207" y="109"/>
                  <a:pt x="236" y="90"/>
                </a:cubicBezTo>
                <a:cubicBezTo>
                  <a:pt x="265" y="70"/>
                  <a:pt x="295" y="54"/>
                  <a:pt x="327" y="41"/>
                </a:cubicBezTo>
                <a:cubicBezTo>
                  <a:pt x="359" y="27"/>
                  <a:pt x="392" y="17"/>
                  <a:pt x="426" y="11"/>
                </a:cubicBezTo>
                <a:cubicBezTo>
                  <a:pt x="461" y="4"/>
                  <a:pt x="495" y="0"/>
                  <a:pt x="530" y="0"/>
                </a:cubicBez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pic>
        <p:nvPicPr>
          <p:cNvPr id="176" name="" descr=""/>
          <p:cNvPicPr/>
          <p:nvPr/>
        </p:nvPicPr>
        <p:blipFill>
          <a:blip r:embed="rId1"/>
          <a:stretch/>
        </p:blipFill>
        <p:spPr>
          <a:xfrm>
            <a:off x="10515600" y="38160"/>
            <a:ext cx="1142640" cy="1142640"/>
          </a:xfrm>
          <a:prstGeom prst="rect">
            <a:avLst/>
          </a:prstGeom>
          <a:ln w="0">
            <a:noFill/>
          </a:ln>
        </p:spPr>
      </p:pic>
      <p:sp>
        <p:nvSpPr>
          <p:cNvPr id="177" name=""/>
          <p:cNvSpPr/>
          <p:nvPr/>
        </p:nvSpPr>
        <p:spPr>
          <a:xfrm>
            <a:off x="857160" y="1581120"/>
            <a:ext cx="86040" cy="86040"/>
          </a:xfrm>
          <a:custGeom>
            <a:avLst/>
            <a:gdLst/>
            <a:ahLst/>
            <a:rect l="0" t="0" r="r" b="b"/>
            <a:pathLst>
              <a:path w="239" h="239">
                <a:moveTo>
                  <a:pt x="239" y="120"/>
                </a:moveTo>
                <a:cubicBezTo>
                  <a:pt x="239" y="135"/>
                  <a:pt x="236" y="151"/>
                  <a:pt x="230" y="165"/>
                </a:cubicBezTo>
                <a:cubicBezTo>
                  <a:pt x="224" y="180"/>
                  <a:pt x="215" y="193"/>
                  <a:pt x="204" y="204"/>
                </a:cubicBezTo>
                <a:cubicBezTo>
                  <a:pt x="193" y="215"/>
                  <a:pt x="180" y="224"/>
                  <a:pt x="165" y="230"/>
                </a:cubicBezTo>
                <a:cubicBezTo>
                  <a:pt x="151" y="236"/>
                  <a:pt x="136" y="239"/>
                  <a:pt x="120" y="239"/>
                </a:cubicBezTo>
                <a:cubicBezTo>
                  <a:pt x="103" y="239"/>
                  <a:pt x="88" y="236"/>
                  <a:pt x="73" y="230"/>
                </a:cubicBezTo>
                <a:cubicBezTo>
                  <a:pt x="59" y="224"/>
                  <a:pt x="46" y="215"/>
                  <a:pt x="35" y="204"/>
                </a:cubicBezTo>
                <a:cubicBezTo>
                  <a:pt x="23" y="193"/>
                  <a:pt x="15" y="180"/>
                  <a:pt x="9" y="165"/>
                </a:cubicBezTo>
                <a:cubicBezTo>
                  <a:pt x="3" y="151"/>
                  <a:pt x="0" y="135"/>
                  <a:pt x="0" y="120"/>
                </a:cubicBezTo>
                <a:cubicBezTo>
                  <a:pt x="0" y="104"/>
                  <a:pt x="3" y="89"/>
                  <a:pt x="9" y="74"/>
                </a:cubicBezTo>
                <a:cubicBezTo>
                  <a:pt x="15" y="59"/>
                  <a:pt x="23" y="47"/>
                  <a:pt x="35" y="35"/>
                </a:cubicBezTo>
                <a:cubicBezTo>
                  <a:pt x="46" y="24"/>
                  <a:pt x="59" y="16"/>
                  <a:pt x="73" y="9"/>
                </a:cubicBezTo>
                <a:cubicBezTo>
                  <a:pt x="88" y="3"/>
                  <a:pt x="103" y="0"/>
                  <a:pt x="120" y="0"/>
                </a:cubicBezTo>
                <a:cubicBezTo>
                  <a:pt x="136" y="0"/>
                  <a:pt x="151" y="3"/>
                  <a:pt x="165" y="9"/>
                </a:cubicBezTo>
                <a:cubicBezTo>
                  <a:pt x="180" y="16"/>
                  <a:pt x="193" y="24"/>
                  <a:pt x="204" y="35"/>
                </a:cubicBezTo>
                <a:cubicBezTo>
                  <a:pt x="215" y="47"/>
                  <a:pt x="224" y="59"/>
                  <a:pt x="230" y="74"/>
                </a:cubicBezTo>
                <a:cubicBezTo>
                  <a:pt x="236" y="89"/>
                  <a:pt x="239" y="104"/>
                  <a:pt x="239" y="120"/>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178" name=""/>
          <p:cNvSpPr txBox="1"/>
          <p:nvPr/>
        </p:nvSpPr>
        <p:spPr>
          <a:xfrm>
            <a:off x="533520" y="870120"/>
            <a:ext cx="1379880" cy="399600"/>
          </a:xfrm>
          <a:prstGeom prst="rect">
            <a:avLst/>
          </a:prstGeom>
          <a:noFill/>
          <a:ln w="0">
            <a:noFill/>
          </a:ln>
        </p:spPr>
        <p:txBody>
          <a:bodyPr wrap="none" lIns="0" rIns="0" tIns="0" bIns="0" anchor="t">
            <a:noAutofit/>
          </a:bodyPr>
          <a:p>
            <a:r>
              <a:rPr b="0" lang="zh-CN" sz="2170" spc="-1" strike="noStrike">
                <a:solidFill>
                  <a:srgbClr val="111111"/>
                </a:solidFill>
                <a:latin typeface="NotoSansCJKjp"/>
                <a:ea typeface="NotoSansCJKjp"/>
              </a:rPr>
              <a:t>左上カラム</a:t>
            </a:r>
            <a:endParaRPr b="0" lang="en-US" sz="2170" spc="-1" strike="noStrike">
              <a:solidFill>
                <a:srgbClr val="000000"/>
              </a:solidFill>
              <a:latin typeface="Times New Roman"/>
            </a:endParaRPr>
          </a:p>
        </p:txBody>
      </p:sp>
      <p:sp>
        <p:nvSpPr>
          <p:cNvPr id="179" name=""/>
          <p:cNvSpPr txBox="1"/>
          <p:nvPr/>
        </p:nvSpPr>
        <p:spPr>
          <a:xfrm>
            <a:off x="1085760" y="1384560"/>
            <a:ext cx="1104120" cy="399600"/>
          </a:xfrm>
          <a:prstGeom prst="rect">
            <a:avLst/>
          </a:prstGeom>
          <a:noFill/>
          <a:ln w="0">
            <a:noFill/>
          </a:ln>
        </p:spPr>
        <p:txBody>
          <a:bodyPr wrap="none" lIns="0" rIns="0" tIns="0" bIns="0" anchor="t">
            <a:noAutofit/>
          </a:bodyPr>
          <a:p>
            <a:r>
              <a:rPr b="0" lang="zh-CN" sz="2170" spc="-1" strike="noStrike">
                <a:solidFill>
                  <a:srgbClr val="111111"/>
                </a:solidFill>
                <a:latin typeface="NotoSansCJKjp"/>
                <a:ea typeface="NotoSansCJKjp"/>
              </a:rPr>
              <a:t>ポイント</a:t>
            </a:r>
            <a:endParaRPr b="0" lang="en-US" sz="2170" spc="-1" strike="noStrike">
              <a:solidFill>
                <a:srgbClr val="000000"/>
              </a:solidFill>
              <a:latin typeface="Times New Roman"/>
            </a:endParaRPr>
          </a:p>
        </p:txBody>
      </p:sp>
      <p:sp>
        <p:nvSpPr>
          <p:cNvPr id="180" name=""/>
          <p:cNvSpPr/>
          <p:nvPr/>
        </p:nvSpPr>
        <p:spPr>
          <a:xfrm>
            <a:off x="857160" y="2066760"/>
            <a:ext cx="86040" cy="86040"/>
          </a:xfrm>
          <a:custGeom>
            <a:avLst/>
            <a:gdLst/>
            <a:ahLst/>
            <a:rect l="0" t="0" r="r" b="b"/>
            <a:pathLst>
              <a:path w="239" h="239">
                <a:moveTo>
                  <a:pt x="239" y="120"/>
                </a:moveTo>
                <a:cubicBezTo>
                  <a:pt x="239" y="136"/>
                  <a:pt x="236" y="151"/>
                  <a:pt x="230" y="166"/>
                </a:cubicBezTo>
                <a:cubicBezTo>
                  <a:pt x="224" y="180"/>
                  <a:pt x="215" y="193"/>
                  <a:pt x="204" y="204"/>
                </a:cubicBezTo>
                <a:cubicBezTo>
                  <a:pt x="193" y="215"/>
                  <a:pt x="180" y="224"/>
                  <a:pt x="165" y="230"/>
                </a:cubicBezTo>
                <a:cubicBezTo>
                  <a:pt x="151" y="236"/>
                  <a:pt x="136" y="239"/>
                  <a:pt x="120" y="239"/>
                </a:cubicBezTo>
                <a:cubicBezTo>
                  <a:pt x="103" y="239"/>
                  <a:pt x="88" y="236"/>
                  <a:pt x="73" y="230"/>
                </a:cubicBezTo>
                <a:cubicBezTo>
                  <a:pt x="59" y="224"/>
                  <a:pt x="46" y="215"/>
                  <a:pt x="35" y="204"/>
                </a:cubicBezTo>
                <a:cubicBezTo>
                  <a:pt x="23" y="193"/>
                  <a:pt x="15" y="180"/>
                  <a:pt x="9" y="166"/>
                </a:cubicBezTo>
                <a:cubicBezTo>
                  <a:pt x="3" y="151"/>
                  <a:pt x="0" y="136"/>
                  <a:pt x="0" y="120"/>
                </a:cubicBezTo>
                <a:cubicBezTo>
                  <a:pt x="0" y="104"/>
                  <a:pt x="3" y="88"/>
                  <a:pt x="9" y="73"/>
                </a:cubicBezTo>
                <a:cubicBezTo>
                  <a:pt x="15" y="59"/>
                  <a:pt x="23" y="46"/>
                  <a:pt x="35" y="35"/>
                </a:cubicBezTo>
                <a:cubicBezTo>
                  <a:pt x="46" y="24"/>
                  <a:pt x="59" y="15"/>
                  <a:pt x="73" y="9"/>
                </a:cubicBezTo>
                <a:cubicBezTo>
                  <a:pt x="88" y="3"/>
                  <a:pt x="103" y="0"/>
                  <a:pt x="120" y="0"/>
                </a:cubicBezTo>
                <a:cubicBezTo>
                  <a:pt x="136" y="0"/>
                  <a:pt x="151" y="3"/>
                  <a:pt x="165" y="9"/>
                </a:cubicBezTo>
                <a:cubicBezTo>
                  <a:pt x="180" y="15"/>
                  <a:pt x="193" y="24"/>
                  <a:pt x="204" y="35"/>
                </a:cubicBezTo>
                <a:cubicBezTo>
                  <a:pt x="215" y="46"/>
                  <a:pt x="224" y="59"/>
                  <a:pt x="230" y="73"/>
                </a:cubicBezTo>
                <a:cubicBezTo>
                  <a:pt x="236" y="88"/>
                  <a:pt x="239" y="104"/>
                  <a:pt x="239" y="120"/>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181" name=""/>
          <p:cNvSpPr txBox="1"/>
          <p:nvPr/>
        </p:nvSpPr>
        <p:spPr>
          <a:xfrm>
            <a:off x="2190600" y="1455120"/>
            <a:ext cx="275760" cy="308160"/>
          </a:xfrm>
          <a:prstGeom prst="rect">
            <a:avLst/>
          </a:prstGeom>
          <a:noFill/>
          <a:ln w="0">
            <a:noFill/>
          </a:ln>
        </p:spPr>
        <p:txBody>
          <a:bodyPr wrap="none" lIns="0" rIns="0" tIns="0" bIns="0" anchor="t">
            <a:noAutofit/>
          </a:bodyPr>
          <a:p>
            <a:r>
              <a:rPr b="0" lang="en-US" sz="2170" spc="-1" strike="noStrike">
                <a:solidFill>
                  <a:srgbClr val="111111"/>
                </a:solidFill>
                <a:latin typeface="Arial"/>
                <a:ea typeface="Arial"/>
              </a:rPr>
              <a:t>1</a:t>
            </a:r>
            <a:endParaRPr b="0" lang="en-US" sz="2170" spc="-1" strike="noStrike">
              <a:solidFill>
                <a:srgbClr val="000000"/>
              </a:solidFill>
              <a:latin typeface="Times New Roman"/>
            </a:endParaRPr>
          </a:p>
        </p:txBody>
      </p:sp>
      <p:sp>
        <p:nvSpPr>
          <p:cNvPr id="182" name=""/>
          <p:cNvSpPr txBox="1"/>
          <p:nvPr/>
        </p:nvSpPr>
        <p:spPr>
          <a:xfrm>
            <a:off x="1085760" y="1870200"/>
            <a:ext cx="1104120" cy="399600"/>
          </a:xfrm>
          <a:prstGeom prst="rect">
            <a:avLst/>
          </a:prstGeom>
          <a:noFill/>
          <a:ln w="0">
            <a:noFill/>
          </a:ln>
        </p:spPr>
        <p:txBody>
          <a:bodyPr wrap="none" lIns="0" rIns="0" tIns="0" bIns="0" anchor="t">
            <a:noAutofit/>
          </a:bodyPr>
          <a:p>
            <a:r>
              <a:rPr b="0" lang="zh-CN" sz="2170" spc="-1" strike="noStrike">
                <a:solidFill>
                  <a:srgbClr val="111111"/>
                </a:solidFill>
                <a:latin typeface="NotoSansCJKjp"/>
                <a:ea typeface="NotoSansCJKjp"/>
              </a:rPr>
              <a:t>ポイント</a:t>
            </a:r>
            <a:endParaRPr b="0" lang="en-US" sz="2170" spc="-1" strike="noStrike">
              <a:solidFill>
                <a:srgbClr val="000000"/>
              </a:solidFill>
              <a:latin typeface="Times New Roman"/>
            </a:endParaRPr>
          </a:p>
        </p:txBody>
      </p:sp>
      <p:sp>
        <p:nvSpPr>
          <p:cNvPr id="183" name=""/>
          <p:cNvSpPr txBox="1"/>
          <p:nvPr/>
        </p:nvSpPr>
        <p:spPr>
          <a:xfrm>
            <a:off x="2190600" y="1940760"/>
            <a:ext cx="275760" cy="308160"/>
          </a:xfrm>
          <a:prstGeom prst="rect">
            <a:avLst/>
          </a:prstGeom>
          <a:noFill/>
          <a:ln w="0">
            <a:noFill/>
          </a:ln>
        </p:spPr>
        <p:txBody>
          <a:bodyPr wrap="none" lIns="0" rIns="0" tIns="0" bIns="0" anchor="t">
            <a:noAutofit/>
          </a:bodyPr>
          <a:p>
            <a:r>
              <a:rPr b="0" lang="en-US" sz="2170" spc="-1" strike="noStrike">
                <a:solidFill>
                  <a:srgbClr val="111111"/>
                </a:solidFill>
                <a:latin typeface="Arial"/>
                <a:ea typeface="Arial"/>
              </a:rPr>
              <a:t>2</a:t>
            </a:r>
            <a:endParaRPr b="0" lang="en-US" sz="2170" spc="-1" strike="noStrike">
              <a:solidFill>
                <a:srgbClr val="000000"/>
              </a:solidFill>
              <a:latin typeface="Times New Roman"/>
            </a:endParaRPr>
          </a:p>
        </p:txBody>
      </p:sp>
      <p:sp>
        <p:nvSpPr>
          <p:cNvPr id="184" name=""/>
          <p:cNvSpPr/>
          <p:nvPr/>
        </p:nvSpPr>
        <p:spPr>
          <a:xfrm>
            <a:off x="6553080" y="1581120"/>
            <a:ext cx="86040" cy="86040"/>
          </a:xfrm>
          <a:custGeom>
            <a:avLst/>
            <a:gdLst/>
            <a:ahLst/>
            <a:rect l="0" t="0" r="r" b="b"/>
            <a:pathLst>
              <a:path w="239" h="239">
                <a:moveTo>
                  <a:pt x="239" y="120"/>
                </a:moveTo>
                <a:cubicBezTo>
                  <a:pt x="239" y="135"/>
                  <a:pt x="236" y="151"/>
                  <a:pt x="230" y="165"/>
                </a:cubicBezTo>
                <a:cubicBezTo>
                  <a:pt x="224" y="180"/>
                  <a:pt x="215" y="193"/>
                  <a:pt x="204" y="204"/>
                </a:cubicBezTo>
                <a:cubicBezTo>
                  <a:pt x="193" y="215"/>
                  <a:pt x="180" y="224"/>
                  <a:pt x="165" y="230"/>
                </a:cubicBezTo>
                <a:cubicBezTo>
                  <a:pt x="151" y="236"/>
                  <a:pt x="136" y="239"/>
                  <a:pt x="120" y="239"/>
                </a:cubicBezTo>
                <a:cubicBezTo>
                  <a:pt x="104" y="239"/>
                  <a:pt x="89" y="236"/>
                  <a:pt x="74" y="230"/>
                </a:cubicBezTo>
                <a:cubicBezTo>
                  <a:pt x="60" y="224"/>
                  <a:pt x="47" y="215"/>
                  <a:pt x="36" y="204"/>
                </a:cubicBezTo>
                <a:cubicBezTo>
                  <a:pt x="25" y="193"/>
                  <a:pt x="16" y="180"/>
                  <a:pt x="10" y="165"/>
                </a:cubicBezTo>
                <a:cubicBezTo>
                  <a:pt x="3" y="151"/>
                  <a:pt x="0" y="135"/>
                  <a:pt x="0" y="120"/>
                </a:cubicBezTo>
                <a:cubicBezTo>
                  <a:pt x="0" y="104"/>
                  <a:pt x="3" y="89"/>
                  <a:pt x="10" y="74"/>
                </a:cubicBezTo>
                <a:cubicBezTo>
                  <a:pt x="16" y="59"/>
                  <a:pt x="25" y="47"/>
                  <a:pt x="36" y="35"/>
                </a:cubicBezTo>
                <a:cubicBezTo>
                  <a:pt x="47" y="24"/>
                  <a:pt x="60" y="16"/>
                  <a:pt x="74" y="9"/>
                </a:cubicBezTo>
                <a:cubicBezTo>
                  <a:pt x="89" y="3"/>
                  <a:pt x="104" y="0"/>
                  <a:pt x="120" y="0"/>
                </a:cubicBezTo>
                <a:cubicBezTo>
                  <a:pt x="136" y="0"/>
                  <a:pt x="151" y="3"/>
                  <a:pt x="165" y="9"/>
                </a:cubicBezTo>
                <a:cubicBezTo>
                  <a:pt x="180" y="16"/>
                  <a:pt x="193" y="24"/>
                  <a:pt x="204" y="35"/>
                </a:cubicBezTo>
                <a:cubicBezTo>
                  <a:pt x="215" y="47"/>
                  <a:pt x="224" y="59"/>
                  <a:pt x="230" y="74"/>
                </a:cubicBezTo>
                <a:cubicBezTo>
                  <a:pt x="236" y="89"/>
                  <a:pt x="239" y="104"/>
                  <a:pt x="239" y="120"/>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185" name=""/>
          <p:cNvSpPr txBox="1"/>
          <p:nvPr/>
        </p:nvSpPr>
        <p:spPr>
          <a:xfrm>
            <a:off x="6229440" y="870120"/>
            <a:ext cx="1379880" cy="399600"/>
          </a:xfrm>
          <a:prstGeom prst="rect">
            <a:avLst/>
          </a:prstGeom>
          <a:noFill/>
          <a:ln w="0">
            <a:noFill/>
          </a:ln>
        </p:spPr>
        <p:txBody>
          <a:bodyPr wrap="none" lIns="0" rIns="0" tIns="0" bIns="0" anchor="t">
            <a:noAutofit/>
          </a:bodyPr>
          <a:p>
            <a:r>
              <a:rPr b="0" lang="zh-CN" sz="2170" spc="-1" strike="noStrike">
                <a:solidFill>
                  <a:srgbClr val="111111"/>
                </a:solidFill>
                <a:latin typeface="NotoSansCJKjp"/>
                <a:ea typeface="NotoSansCJKjp"/>
              </a:rPr>
              <a:t>右上カラム</a:t>
            </a:r>
            <a:endParaRPr b="0" lang="en-US" sz="2170" spc="-1" strike="noStrike">
              <a:solidFill>
                <a:srgbClr val="000000"/>
              </a:solidFill>
              <a:latin typeface="Times New Roman"/>
            </a:endParaRPr>
          </a:p>
        </p:txBody>
      </p:sp>
      <p:sp>
        <p:nvSpPr>
          <p:cNvPr id="186" name=""/>
          <p:cNvSpPr txBox="1"/>
          <p:nvPr/>
        </p:nvSpPr>
        <p:spPr>
          <a:xfrm>
            <a:off x="6781680" y="1384560"/>
            <a:ext cx="1104120" cy="399600"/>
          </a:xfrm>
          <a:prstGeom prst="rect">
            <a:avLst/>
          </a:prstGeom>
          <a:noFill/>
          <a:ln w="0">
            <a:noFill/>
          </a:ln>
        </p:spPr>
        <p:txBody>
          <a:bodyPr wrap="none" lIns="0" rIns="0" tIns="0" bIns="0" anchor="t">
            <a:noAutofit/>
          </a:bodyPr>
          <a:p>
            <a:r>
              <a:rPr b="0" lang="zh-CN" sz="2170" spc="-1" strike="noStrike">
                <a:solidFill>
                  <a:srgbClr val="111111"/>
                </a:solidFill>
                <a:latin typeface="NotoSansCJKjp"/>
                <a:ea typeface="NotoSansCJKjp"/>
              </a:rPr>
              <a:t>ポイント</a:t>
            </a:r>
            <a:endParaRPr b="0" lang="en-US" sz="2170" spc="-1" strike="noStrike">
              <a:solidFill>
                <a:srgbClr val="000000"/>
              </a:solidFill>
              <a:latin typeface="Times New Roman"/>
            </a:endParaRPr>
          </a:p>
        </p:txBody>
      </p:sp>
      <p:sp>
        <p:nvSpPr>
          <p:cNvPr id="187" name=""/>
          <p:cNvSpPr/>
          <p:nvPr/>
        </p:nvSpPr>
        <p:spPr>
          <a:xfrm>
            <a:off x="6553080" y="2066760"/>
            <a:ext cx="86040" cy="86040"/>
          </a:xfrm>
          <a:custGeom>
            <a:avLst/>
            <a:gdLst/>
            <a:ahLst/>
            <a:rect l="0" t="0" r="r" b="b"/>
            <a:pathLst>
              <a:path w="239" h="239">
                <a:moveTo>
                  <a:pt x="239" y="120"/>
                </a:moveTo>
                <a:cubicBezTo>
                  <a:pt x="239" y="136"/>
                  <a:pt x="236" y="151"/>
                  <a:pt x="230" y="166"/>
                </a:cubicBezTo>
                <a:cubicBezTo>
                  <a:pt x="224" y="180"/>
                  <a:pt x="215" y="193"/>
                  <a:pt x="204" y="204"/>
                </a:cubicBezTo>
                <a:cubicBezTo>
                  <a:pt x="193" y="215"/>
                  <a:pt x="180" y="224"/>
                  <a:pt x="165" y="230"/>
                </a:cubicBezTo>
                <a:cubicBezTo>
                  <a:pt x="151" y="236"/>
                  <a:pt x="136" y="239"/>
                  <a:pt x="120" y="239"/>
                </a:cubicBezTo>
                <a:cubicBezTo>
                  <a:pt x="104" y="239"/>
                  <a:pt x="89" y="236"/>
                  <a:pt x="74" y="230"/>
                </a:cubicBezTo>
                <a:cubicBezTo>
                  <a:pt x="60" y="224"/>
                  <a:pt x="47" y="215"/>
                  <a:pt x="36" y="204"/>
                </a:cubicBezTo>
                <a:cubicBezTo>
                  <a:pt x="25" y="193"/>
                  <a:pt x="16" y="180"/>
                  <a:pt x="10" y="166"/>
                </a:cubicBezTo>
                <a:cubicBezTo>
                  <a:pt x="3" y="151"/>
                  <a:pt x="0" y="136"/>
                  <a:pt x="0" y="120"/>
                </a:cubicBezTo>
                <a:cubicBezTo>
                  <a:pt x="0" y="104"/>
                  <a:pt x="3" y="88"/>
                  <a:pt x="10" y="73"/>
                </a:cubicBezTo>
                <a:cubicBezTo>
                  <a:pt x="16" y="59"/>
                  <a:pt x="25" y="46"/>
                  <a:pt x="36" y="35"/>
                </a:cubicBezTo>
                <a:cubicBezTo>
                  <a:pt x="47" y="24"/>
                  <a:pt x="60" y="15"/>
                  <a:pt x="74" y="9"/>
                </a:cubicBezTo>
                <a:cubicBezTo>
                  <a:pt x="89" y="3"/>
                  <a:pt x="104" y="0"/>
                  <a:pt x="120" y="0"/>
                </a:cubicBezTo>
                <a:cubicBezTo>
                  <a:pt x="136" y="0"/>
                  <a:pt x="151" y="3"/>
                  <a:pt x="165" y="9"/>
                </a:cubicBezTo>
                <a:cubicBezTo>
                  <a:pt x="180" y="15"/>
                  <a:pt x="193" y="24"/>
                  <a:pt x="204" y="35"/>
                </a:cubicBezTo>
                <a:cubicBezTo>
                  <a:pt x="215" y="46"/>
                  <a:pt x="224" y="59"/>
                  <a:pt x="230" y="73"/>
                </a:cubicBezTo>
                <a:cubicBezTo>
                  <a:pt x="236" y="88"/>
                  <a:pt x="239" y="104"/>
                  <a:pt x="239" y="120"/>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188" name=""/>
          <p:cNvSpPr txBox="1"/>
          <p:nvPr/>
        </p:nvSpPr>
        <p:spPr>
          <a:xfrm>
            <a:off x="7886880" y="1455120"/>
            <a:ext cx="275760" cy="308160"/>
          </a:xfrm>
          <a:prstGeom prst="rect">
            <a:avLst/>
          </a:prstGeom>
          <a:noFill/>
          <a:ln w="0">
            <a:noFill/>
          </a:ln>
        </p:spPr>
        <p:txBody>
          <a:bodyPr wrap="none" lIns="0" rIns="0" tIns="0" bIns="0" anchor="t">
            <a:noAutofit/>
          </a:bodyPr>
          <a:p>
            <a:r>
              <a:rPr b="0" lang="en-US" sz="2170" spc="-1" strike="noStrike">
                <a:solidFill>
                  <a:srgbClr val="111111"/>
                </a:solidFill>
                <a:latin typeface="Arial"/>
                <a:ea typeface="Arial"/>
              </a:rPr>
              <a:t>3</a:t>
            </a:r>
            <a:endParaRPr b="0" lang="en-US" sz="2170" spc="-1" strike="noStrike">
              <a:solidFill>
                <a:srgbClr val="000000"/>
              </a:solidFill>
              <a:latin typeface="Times New Roman"/>
            </a:endParaRPr>
          </a:p>
        </p:txBody>
      </p:sp>
      <p:sp>
        <p:nvSpPr>
          <p:cNvPr id="189" name=""/>
          <p:cNvSpPr txBox="1"/>
          <p:nvPr/>
        </p:nvSpPr>
        <p:spPr>
          <a:xfrm>
            <a:off x="6781680" y="1870200"/>
            <a:ext cx="1104120" cy="399600"/>
          </a:xfrm>
          <a:prstGeom prst="rect">
            <a:avLst/>
          </a:prstGeom>
          <a:noFill/>
          <a:ln w="0">
            <a:noFill/>
          </a:ln>
        </p:spPr>
        <p:txBody>
          <a:bodyPr wrap="none" lIns="0" rIns="0" tIns="0" bIns="0" anchor="t">
            <a:noAutofit/>
          </a:bodyPr>
          <a:p>
            <a:r>
              <a:rPr b="0" lang="zh-CN" sz="2170" spc="-1" strike="noStrike">
                <a:solidFill>
                  <a:srgbClr val="111111"/>
                </a:solidFill>
                <a:latin typeface="NotoSansCJKjp"/>
                <a:ea typeface="NotoSansCJKjp"/>
              </a:rPr>
              <a:t>ポイント</a:t>
            </a:r>
            <a:endParaRPr b="0" lang="en-US" sz="2170" spc="-1" strike="noStrike">
              <a:solidFill>
                <a:srgbClr val="000000"/>
              </a:solidFill>
              <a:latin typeface="Times New Roman"/>
            </a:endParaRPr>
          </a:p>
        </p:txBody>
      </p:sp>
      <p:sp>
        <p:nvSpPr>
          <p:cNvPr id="190" name=""/>
          <p:cNvSpPr txBox="1"/>
          <p:nvPr/>
        </p:nvSpPr>
        <p:spPr>
          <a:xfrm>
            <a:off x="7886880" y="1940760"/>
            <a:ext cx="275760" cy="308160"/>
          </a:xfrm>
          <a:prstGeom prst="rect">
            <a:avLst/>
          </a:prstGeom>
          <a:noFill/>
          <a:ln w="0">
            <a:noFill/>
          </a:ln>
        </p:spPr>
        <p:txBody>
          <a:bodyPr wrap="none" lIns="0" rIns="0" tIns="0" bIns="0" anchor="t">
            <a:noAutofit/>
          </a:bodyPr>
          <a:p>
            <a:r>
              <a:rPr b="0" lang="en-US" sz="2170" spc="-1" strike="noStrike">
                <a:solidFill>
                  <a:srgbClr val="111111"/>
                </a:solidFill>
                <a:latin typeface="Arial"/>
                <a:ea typeface="Arial"/>
              </a:rPr>
              <a:t>4</a:t>
            </a:r>
            <a:endParaRPr b="0" lang="en-US" sz="2170" spc="-1" strike="noStrike">
              <a:solidFill>
                <a:srgbClr val="000000"/>
              </a:solidFill>
              <a:latin typeface="Times New Roman"/>
            </a:endParaRPr>
          </a:p>
        </p:txBody>
      </p:sp>
      <p:sp>
        <p:nvSpPr>
          <p:cNvPr id="191" name=""/>
          <p:cNvSpPr txBox="1"/>
          <p:nvPr/>
        </p:nvSpPr>
        <p:spPr>
          <a:xfrm>
            <a:off x="533520" y="2622960"/>
            <a:ext cx="2483280" cy="399600"/>
          </a:xfrm>
          <a:prstGeom prst="rect">
            <a:avLst/>
          </a:prstGeom>
          <a:noFill/>
          <a:ln w="0">
            <a:noFill/>
          </a:ln>
        </p:spPr>
        <p:txBody>
          <a:bodyPr wrap="none" lIns="0" rIns="0" tIns="0" bIns="0" anchor="t">
            <a:noAutofit/>
          </a:bodyPr>
          <a:p>
            <a:r>
              <a:rPr b="0" lang="zh-CN" sz="2170" spc="-1" strike="noStrike">
                <a:solidFill>
                  <a:srgbClr val="111111"/>
                </a:solidFill>
                <a:latin typeface="NotoSansCJKjp"/>
                <a:ea typeface="NotoSansCJKjp"/>
              </a:rPr>
              <a:t>下段の横⻑エリア（</a:t>
            </a:r>
            <a:endParaRPr b="0" lang="en-US" sz="2170" spc="-1" strike="noStrike">
              <a:solidFill>
                <a:srgbClr val="000000"/>
              </a:solidFill>
              <a:latin typeface="Times New Roman"/>
            </a:endParaRPr>
          </a:p>
        </p:txBody>
      </p:sp>
      <p:sp>
        <p:nvSpPr>
          <p:cNvPr id="192" name=""/>
          <p:cNvSpPr txBox="1"/>
          <p:nvPr/>
        </p:nvSpPr>
        <p:spPr>
          <a:xfrm>
            <a:off x="3019320" y="2693160"/>
            <a:ext cx="275760" cy="308160"/>
          </a:xfrm>
          <a:prstGeom prst="rect">
            <a:avLst/>
          </a:prstGeom>
          <a:noFill/>
          <a:ln w="0">
            <a:noFill/>
          </a:ln>
        </p:spPr>
        <p:txBody>
          <a:bodyPr wrap="none" lIns="0" rIns="0" tIns="0" bIns="0" anchor="t">
            <a:noAutofit/>
          </a:bodyPr>
          <a:p>
            <a:r>
              <a:rPr b="0" lang="en-US" sz="2170" spc="-1" strike="noStrike">
                <a:solidFill>
                  <a:srgbClr val="111111"/>
                </a:solidFill>
                <a:latin typeface="Arial"/>
                <a:ea typeface="Arial"/>
              </a:rPr>
              <a:t>1</a:t>
            </a:r>
            <a:endParaRPr b="0" lang="en-US" sz="2170" spc="-1" strike="noStrike">
              <a:solidFill>
                <a:srgbClr val="000000"/>
              </a:solidFill>
              <a:latin typeface="Times New Roman"/>
            </a:endParaRPr>
          </a:p>
        </p:txBody>
      </p:sp>
      <p:sp>
        <p:nvSpPr>
          <p:cNvPr id="193" name=""/>
          <p:cNvSpPr txBox="1"/>
          <p:nvPr/>
        </p:nvSpPr>
        <p:spPr>
          <a:xfrm>
            <a:off x="3173040" y="2622960"/>
            <a:ext cx="1104120" cy="399600"/>
          </a:xfrm>
          <a:prstGeom prst="rect">
            <a:avLst/>
          </a:prstGeom>
          <a:noFill/>
          <a:ln w="0">
            <a:noFill/>
          </a:ln>
        </p:spPr>
        <p:txBody>
          <a:bodyPr wrap="none" lIns="0" rIns="0" tIns="0" bIns="0" anchor="t">
            <a:noAutofit/>
          </a:bodyPr>
          <a:p>
            <a:r>
              <a:rPr b="0" lang="zh-CN" sz="2170" spc="-1" strike="noStrike">
                <a:solidFill>
                  <a:srgbClr val="111111"/>
                </a:solidFill>
                <a:latin typeface="NotoSansCJKjp"/>
                <a:ea typeface="NotoSansCJKjp"/>
              </a:rPr>
              <a:t>段組み）</a:t>
            </a:r>
            <a:endParaRPr b="0" lang="en-US" sz="2170" spc="-1" strike="noStrike">
              <a:solidFill>
                <a:srgbClr val="000000"/>
              </a:solidFill>
              <a:latin typeface="Times New Roman"/>
            </a:endParaRPr>
          </a:p>
        </p:txBody>
      </p:sp>
      <p:sp>
        <p:nvSpPr>
          <p:cNvPr id="194" name=""/>
          <p:cNvSpPr txBox="1"/>
          <p:nvPr/>
        </p:nvSpPr>
        <p:spPr>
          <a:xfrm>
            <a:off x="533520" y="3137040"/>
            <a:ext cx="552240" cy="399600"/>
          </a:xfrm>
          <a:prstGeom prst="rect">
            <a:avLst/>
          </a:prstGeom>
          <a:noFill/>
          <a:ln w="0">
            <a:noFill/>
          </a:ln>
        </p:spPr>
        <p:txBody>
          <a:bodyPr wrap="none" lIns="0" rIns="0" tIns="0" bIns="0" anchor="t">
            <a:noAutofit/>
          </a:bodyPr>
          <a:p>
            <a:r>
              <a:rPr b="0" lang="zh-CN" sz="2170" spc="-1" strike="noStrike">
                <a:solidFill>
                  <a:srgbClr val="111111"/>
                </a:solidFill>
                <a:latin typeface="NotoSansCJKjp"/>
                <a:ea typeface="NotoSansCJKjp"/>
              </a:rPr>
              <a:t>補⾜</a:t>
            </a:r>
            <a:endParaRPr b="0" lang="en-US" sz="2170" spc="-1" strike="noStrike">
              <a:solidFill>
                <a:srgbClr val="000000"/>
              </a:solidFill>
              <a:latin typeface="Times New Roman"/>
            </a:endParaRPr>
          </a:p>
        </p:txBody>
      </p:sp>
      <p:sp>
        <p:nvSpPr>
          <p:cNvPr id="195" name=""/>
          <p:cNvSpPr txBox="1"/>
          <p:nvPr/>
        </p:nvSpPr>
        <p:spPr>
          <a:xfrm>
            <a:off x="533520" y="3617280"/>
            <a:ext cx="750600" cy="308160"/>
          </a:xfrm>
          <a:prstGeom prst="rect">
            <a:avLst/>
          </a:prstGeom>
          <a:noFill/>
          <a:ln w="0">
            <a:noFill/>
          </a:ln>
        </p:spPr>
        <p:txBody>
          <a:bodyPr wrap="none" lIns="0" rIns="0" tIns="0" bIns="0" anchor="t">
            <a:noAutofit/>
          </a:bodyPr>
          <a:p>
            <a:r>
              <a:rPr b="0" lang="en-US" sz="2170" spc="-1" strike="noStrike">
                <a:solidFill>
                  <a:srgbClr val="111111"/>
                </a:solidFill>
                <a:latin typeface="Arial"/>
                <a:ea typeface="Arial"/>
              </a:rPr>
              <a:t>HTML</a:t>
            </a:r>
            <a:endParaRPr b="0" lang="en-US" sz="2170" spc="-1" strike="noStrike">
              <a:solidFill>
                <a:srgbClr val="000000"/>
              </a:solidFill>
              <a:latin typeface="Times New Roman"/>
            </a:endParaRPr>
          </a:p>
        </p:txBody>
      </p:sp>
      <p:sp>
        <p:nvSpPr>
          <p:cNvPr id="196" name=""/>
          <p:cNvSpPr txBox="1"/>
          <p:nvPr/>
        </p:nvSpPr>
        <p:spPr>
          <a:xfrm>
            <a:off x="1285200" y="3546720"/>
            <a:ext cx="10207080" cy="399600"/>
          </a:xfrm>
          <a:prstGeom prst="rect">
            <a:avLst/>
          </a:prstGeom>
          <a:noFill/>
          <a:ln w="0">
            <a:noFill/>
          </a:ln>
        </p:spPr>
        <p:txBody>
          <a:bodyPr wrap="none" lIns="0" rIns="0" tIns="0" bIns="0" anchor="t">
            <a:noAutofit/>
          </a:bodyPr>
          <a:p>
            <a:r>
              <a:rPr b="0" lang="zh-CN" sz="2170" spc="-1" strike="noStrike">
                <a:solidFill>
                  <a:srgbClr val="111111"/>
                </a:solidFill>
                <a:latin typeface="NotoSansCJKjp"/>
                <a:ea typeface="NotoSansCJKjp"/>
              </a:rPr>
              <a:t>コードをいちいち毎回すべて⼊⼒するのが⼤変なので、コードスニペット機能を活</a:t>
            </a:r>
            <a:endParaRPr b="0" lang="en-US" sz="2170" spc="-1" strike="noStrike">
              <a:solidFill>
                <a:srgbClr val="000000"/>
              </a:solidFill>
              <a:latin typeface="Times New Roman"/>
            </a:endParaRPr>
          </a:p>
        </p:txBody>
      </p:sp>
      <p:sp>
        <p:nvSpPr>
          <p:cNvPr id="197" name=""/>
          <p:cNvSpPr txBox="1"/>
          <p:nvPr/>
        </p:nvSpPr>
        <p:spPr>
          <a:xfrm>
            <a:off x="533520" y="3965760"/>
            <a:ext cx="3310920" cy="399600"/>
          </a:xfrm>
          <a:prstGeom prst="rect">
            <a:avLst/>
          </a:prstGeom>
          <a:noFill/>
          <a:ln w="0">
            <a:noFill/>
          </a:ln>
        </p:spPr>
        <p:txBody>
          <a:bodyPr wrap="none" lIns="0" rIns="0" tIns="0" bIns="0" anchor="t">
            <a:noAutofit/>
          </a:bodyPr>
          <a:p>
            <a:r>
              <a:rPr b="0" lang="zh-CN" sz="2170" spc="-1" strike="noStrike">
                <a:solidFill>
                  <a:srgbClr val="111111"/>
                </a:solidFill>
                <a:latin typeface="NotoSansCJKjp"/>
                <a:ea typeface="NotoSansCJKjp"/>
              </a:rPr>
              <a:t>⽤するとよいと思います。</a:t>
            </a:r>
            <a:endParaRPr b="0" lang="en-US" sz="2170" spc="-1" strike="noStrike">
              <a:solidFill>
                <a:srgbClr val="000000"/>
              </a:solidFill>
              <a:latin typeface="Times New Roman"/>
            </a:endParaRPr>
          </a:p>
        </p:txBody>
      </p:sp>
      <p:sp>
        <p:nvSpPr>
          <p:cNvPr id="198" name=""/>
          <p:cNvSpPr txBox="1"/>
          <p:nvPr/>
        </p:nvSpPr>
        <p:spPr>
          <a:xfrm>
            <a:off x="533520" y="4541040"/>
            <a:ext cx="1027800" cy="308160"/>
          </a:xfrm>
          <a:prstGeom prst="rect">
            <a:avLst/>
          </a:prstGeom>
          <a:noFill/>
          <a:ln w="0">
            <a:noFill/>
          </a:ln>
        </p:spPr>
        <p:txBody>
          <a:bodyPr wrap="none" lIns="0" rIns="0" tIns="0" bIns="0" anchor="t">
            <a:noAutofit/>
          </a:bodyPr>
          <a:p>
            <a:r>
              <a:rPr b="0" lang="en-US" sz="2170" spc="-1" strike="noStrike">
                <a:solidFill>
                  <a:srgbClr val="111111"/>
                </a:solidFill>
                <a:latin typeface="Arial"/>
                <a:ea typeface="Arial"/>
              </a:rPr>
              <a:t>VSCode</a:t>
            </a:r>
            <a:endParaRPr b="0" lang="en-US" sz="2170" spc="-1" strike="noStrike">
              <a:solidFill>
                <a:srgbClr val="000000"/>
              </a:solidFill>
              <a:latin typeface="Times New Roman"/>
            </a:endParaRPr>
          </a:p>
        </p:txBody>
      </p:sp>
      <p:sp>
        <p:nvSpPr>
          <p:cNvPr id="199" name=""/>
          <p:cNvSpPr txBox="1"/>
          <p:nvPr/>
        </p:nvSpPr>
        <p:spPr>
          <a:xfrm>
            <a:off x="1562400" y="4470480"/>
            <a:ext cx="7448400" cy="399600"/>
          </a:xfrm>
          <a:prstGeom prst="rect">
            <a:avLst/>
          </a:prstGeom>
          <a:noFill/>
          <a:ln w="0">
            <a:noFill/>
          </a:ln>
        </p:spPr>
        <p:txBody>
          <a:bodyPr wrap="none" lIns="0" rIns="0" tIns="0" bIns="0" anchor="t">
            <a:noAutofit/>
          </a:bodyPr>
          <a:p>
            <a:r>
              <a:rPr b="0" lang="zh-CN" sz="2170" spc="-1" strike="noStrike">
                <a:solidFill>
                  <a:srgbClr val="111111"/>
                </a:solidFill>
                <a:latin typeface="NotoSansCJKjp"/>
                <a:ea typeface="NotoSansCJKjp"/>
              </a:rPr>
              <a:t>のコードスニペットはこのテンプレートに含まれています。</a:t>
            </a:r>
            <a:endParaRPr b="0" lang="en-US" sz="2170" spc="-1" strike="noStrike">
              <a:solidFill>
                <a:srgbClr val="000000"/>
              </a:solidFill>
              <a:latin typeface="Times New Roman"/>
            </a:endParaRPr>
          </a:p>
        </p:txBody>
      </p:sp>
      <p:sp>
        <p:nvSpPr>
          <p:cNvPr id="200" name=""/>
          <p:cNvSpPr txBox="1"/>
          <p:nvPr/>
        </p:nvSpPr>
        <p:spPr>
          <a:xfrm>
            <a:off x="914400" y="351000"/>
            <a:ext cx="249120" cy="360000"/>
          </a:xfrm>
          <a:prstGeom prst="rect">
            <a:avLst/>
          </a:prstGeom>
          <a:noFill/>
          <a:ln w="0">
            <a:noFill/>
          </a:ln>
        </p:spPr>
        <p:txBody>
          <a:bodyPr wrap="none" lIns="0" rIns="0" tIns="0" bIns="0" anchor="t">
            <a:noAutofit/>
          </a:bodyPr>
          <a:p>
            <a:r>
              <a:rPr b="0" lang="zh-CN" sz="1950" spc="-1" strike="noStrike">
                <a:solidFill>
                  <a:srgbClr val="111111"/>
                </a:solidFill>
                <a:latin typeface="NotoSansCJKjp"/>
                <a:ea typeface="NotoSansCJKjp"/>
              </a:rPr>
              <a:t>上</a:t>
            </a:r>
            <a:endParaRPr b="0" lang="en-US" sz="1950" spc="-1" strike="noStrike">
              <a:solidFill>
                <a:srgbClr val="000000"/>
              </a:solidFill>
              <a:latin typeface="Times New Roman"/>
            </a:endParaRPr>
          </a:p>
        </p:txBody>
      </p:sp>
      <p:sp>
        <p:nvSpPr>
          <p:cNvPr id="201" name=""/>
          <p:cNvSpPr txBox="1"/>
          <p:nvPr/>
        </p:nvSpPr>
        <p:spPr>
          <a:xfrm>
            <a:off x="1162080" y="414000"/>
            <a:ext cx="247320" cy="279360"/>
          </a:xfrm>
          <a:prstGeom prst="rect">
            <a:avLst/>
          </a:prstGeom>
          <a:noFill/>
          <a:ln w="0">
            <a:noFill/>
          </a:ln>
        </p:spPr>
        <p:txBody>
          <a:bodyPr wrap="none" lIns="0" rIns="0" tIns="0" bIns="0" anchor="t">
            <a:noAutofit/>
          </a:bodyPr>
          <a:p>
            <a:r>
              <a:rPr b="1" lang="en-US" sz="1950" spc="-1" strike="noStrike">
                <a:solidFill>
                  <a:srgbClr val="111111"/>
                </a:solidFill>
                <a:latin typeface="Arial"/>
                <a:ea typeface="Arial"/>
              </a:rPr>
              <a:t>2</a:t>
            </a:r>
            <a:endParaRPr b="0" lang="en-US" sz="1950" spc="-1" strike="noStrike">
              <a:solidFill>
                <a:srgbClr val="000000"/>
              </a:solidFill>
              <a:latin typeface="Times New Roman"/>
            </a:endParaRPr>
          </a:p>
        </p:txBody>
      </p:sp>
      <p:sp>
        <p:nvSpPr>
          <p:cNvPr id="202" name=""/>
          <p:cNvSpPr txBox="1"/>
          <p:nvPr/>
        </p:nvSpPr>
        <p:spPr>
          <a:xfrm>
            <a:off x="1299960" y="351000"/>
            <a:ext cx="249120" cy="360000"/>
          </a:xfrm>
          <a:prstGeom prst="rect">
            <a:avLst/>
          </a:prstGeom>
          <a:noFill/>
          <a:ln w="0">
            <a:noFill/>
          </a:ln>
        </p:spPr>
        <p:txBody>
          <a:bodyPr wrap="none" lIns="0" rIns="0" tIns="0" bIns="0" anchor="t">
            <a:noAutofit/>
          </a:bodyPr>
          <a:p>
            <a:r>
              <a:rPr b="0" lang="zh-CN" sz="1950" spc="-1" strike="noStrike">
                <a:solidFill>
                  <a:srgbClr val="111111"/>
                </a:solidFill>
                <a:latin typeface="NotoSansCJKjp"/>
                <a:ea typeface="NotoSansCJKjp"/>
              </a:rPr>
              <a:t>段</a:t>
            </a:r>
            <a:endParaRPr b="0" lang="en-US" sz="1950" spc="-1" strike="noStrike">
              <a:solidFill>
                <a:srgbClr val="000000"/>
              </a:solidFill>
              <a:latin typeface="Times New Roman"/>
            </a:endParaRPr>
          </a:p>
        </p:txBody>
      </p:sp>
      <p:sp>
        <p:nvSpPr>
          <p:cNvPr id="203" name=""/>
          <p:cNvSpPr txBox="1"/>
          <p:nvPr/>
        </p:nvSpPr>
        <p:spPr>
          <a:xfrm>
            <a:off x="1547280" y="414000"/>
            <a:ext cx="282960" cy="279360"/>
          </a:xfrm>
          <a:prstGeom prst="rect">
            <a:avLst/>
          </a:prstGeom>
          <a:noFill/>
          <a:ln w="0">
            <a:noFill/>
          </a:ln>
        </p:spPr>
        <p:txBody>
          <a:bodyPr wrap="none" lIns="0" rIns="0" tIns="0" bIns="0" anchor="t">
            <a:noAutofit/>
          </a:bodyPr>
          <a:p>
            <a:r>
              <a:rPr b="1" lang="en-US" sz="1950" spc="-1" strike="noStrike">
                <a:solidFill>
                  <a:srgbClr val="111111"/>
                </a:solidFill>
                <a:latin typeface="Arial"/>
                <a:ea typeface="Arial"/>
              </a:rPr>
              <a:t> </a:t>
            </a:r>
            <a:r>
              <a:rPr b="1" lang="en-US" sz="1950" spc="-1" strike="noStrike">
                <a:solidFill>
                  <a:srgbClr val="111111"/>
                </a:solidFill>
                <a:latin typeface="Arial"/>
                <a:ea typeface="Arial"/>
              </a:rPr>
              <a:t>+ </a:t>
            </a:r>
            <a:endParaRPr b="0" lang="en-US" sz="1950" spc="-1" strike="noStrike">
              <a:solidFill>
                <a:srgbClr val="000000"/>
              </a:solidFill>
              <a:latin typeface="Times New Roman"/>
            </a:endParaRPr>
          </a:p>
        </p:txBody>
      </p:sp>
      <p:sp>
        <p:nvSpPr>
          <p:cNvPr id="204" name=""/>
          <p:cNvSpPr txBox="1"/>
          <p:nvPr/>
        </p:nvSpPr>
        <p:spPr>
          <a:xfrm>
            <a:off x="1829520" y="351000"/>
            <a:ext cx="249120" cy="360000"/>
          </a:xfrm>
          <a:prstGeom prst="rect">
            <a:avLst/>
          </a:prstGeom>
          <a:noFill/>
          <a:ln w="0">
            <a:noFill/>
          </a:ln>
        </p:spPr>
        <p:txBody>
          <a:bodyPr wrap="none" lIns="0" rIns="0" tIns="0" bIns="0" anchor="t">
            <a:noAutofit/>
          </a:bodyPr>
          <a:p>
            <a:r>
              <a:rPr b="0" lang="zh-CN" sz="1950" spc="-1" strike="noStrike">
                <a:solidFill>
                  <a:srgbClr val="111111"/>
                </a:solidFill>
                <a:latin typeface="NotoSansCJKjp"/>
                <a:ea typeface="NotoSansCJKjp"/>
              </a:rPr>
              <a:t>下</a:t>
            </a:r>
            <a:endParaRPr b="0" lang="en-US" sz="1950" spc="-1" strike="noStrike">
              <a:solidFill>
                <a:srgbClr val="000000"/>
              </a:solidFill>
              <a:latin typeface="Times New Roman"/>
            </a:endParaRPr>
          </a:p>
        </p:txBody>
      </p:sp>
      <p:sp>
        <p:nvSpPr>
          <p:cNvPr id="205" name=""/>
          <p:cNvSpPr txBox="1"/>
          <p:nvPr/>
        </p:nvSpPr>
        <p:spPr>
          <a:xfrm>
            <a:off x="2077200" y="414000"/>
            <a:ext cx="247320" cy="279360"/>
          </a:xfrm>
          <a:prstGeom prst="rect">
            <a:avLst/>
          </a:prstGeom>
          <a:noFill/>
          <a:ln w="0">
            <a:noFill/>
          </a:ln>
        </p:spPr>
        <p:txBody>
          <a:bodyPr wrap="none" lIns="0" rIns="0" tIns="0" bIns="0" anchor="t">
            <a:noAutofit/>
          </a:bodyPr>
          <a:p>
            <a:r>
              <a:rPr b="1" lang="en-US" sz="1950" spc="-1" strike="noStrike">
                <a:solidFill>
                  <a:srgbClr val="111111"/>
                </a:solidFill>
                <a:latin typeface="Arial"/>
                <a:ea typeface="Arial"/>
              </a:rPr>
              <a:t>1</a:t>
            </a:r>
            <a:endParaRPr b="0" lang="en-US" sz="1950" spc="-1" strike="noStrike">
              <a:solidFill>
                <a:srgbClr val="000000"/>
              </a:solidFill>
              <a:latin typeface="Times New Roman"/>
            </a:endParaRPr>
          </a:p>
        </p:txBody>
      </p:sp>
      <p:sp>
        <p:nvSpPr>
          <p:cNvPr id="206" name=""/>
          <p:cNvSpPr/>
          <p:nvPr/>
        </p:nvSpPr>
        <p:spPr>
          <a:xfrm>
            <a:off x="533160" y="561960"/>
            <a:ext cx="267120" cy="57240"/>
          </a:xfrm>
          <a:custGeom>
            <a:avLst/>
            <a:gdLst/>
            <a:ahLst/>
            <a:rect l="0" t="0" r="r" b="b"/>
            <a:pathLst>
              <a:path w="742" h="159">
                <a:moveTo>
                  <a:pt x="0" y="106"/>
                </a:moveTo>
                <a:lnTo>
                  <a:pt x="0" y="52"/>
                </a:lnTo>
                <a:cubicBezTo>
                  <a:pt x="0" y="45"/>
                  <a:pt x="2" y="39"/>
                  <a:pt x="4" y="32"/>
                </a:cubicBezTo>
                <a:cubicBezTo>
                  <a:pt x="7" y="26"/>
                  <a:pt x="11" y="20"/>
                  <a:pt x="16" y="15"/>
                </a:cubicBezTo>
                <a:cubicBezTo>
                  <a:pt x="21" y="10"/>
                  <a:pt x="26" y="6"/>
                  <a:pt x="33" y="4"/>
                </a:cubicBezTo>
                <a:cubicBezTo>
                  <a:pt x="39" y="1"/>
                  <a:pt x="46" y="0"/>
                  <a:pt x="53" y="0"/>
                </a:cubicBezTo>
                <a:lnTo>
                  <a:pt x="689" y="0"/>
                </a:lnTo>
                <a:cubicBezTo>
                  <a:pt x="696" y="0"/>
                  <a:pt x="703" y="1"/>
                  <a:pt x="709" y="4"/>
                </a:cubicBezTo>
                <a:cubicBezTo>
                  <a:pt x="716" y="6"/>
                  <a:pt x="722" y="10"/>
                  <a:pt x="727" y="15"/>
                </a:cubicBezTo>
                <a:cubicBezTo>
                  <a:pt x="731" y="20"/>
                  <a:pt x="735" y="26"/>
                  <a:pt x="738" y="32"/>
                </a:cubicBezTo>
                <a:cubicBezTo>
                  <a:pt x="741" y="39"/>
                  <a:pt x="742" y="45"/>
                  <a:pt x="742" y="52"/>
                </a:cubicBezTo>
                <a:lnTo>
                  <a:pt x="742" y="106"/>
                </a:lnTo>
                <a:cubicBezTo>
                  <a:pt x="742" y="113"/>
                  <a:pt x="741" y="120"/>
                  <a:pt x="738" y="127"/>
                </a:cubicBezTo>
                <a:cubicBezTo>
                  <a:pt x="735" y="133"/>
                  <a:pt x="731" y="139"/>
                  <a:pt x="727" y="144"/>
                </a:cubicBezTo>
                <a:cubicBezTo>
                  <a:pt x="722" y="149"/>
                  <a:pt x="716" y="153"/>
                  <a:pt x="709" y="155"/>
                </a:cubicBezTo>
                <a:cubicBezTo>
                  <a:pt x="703" y="158"/>
                  <a:pt x="696" y="159"/>
                  <a:pt x="689" y="159"/>
                </a:cubicBezTo>
                <a:lnTo>
                  <a:pt x="53" y="159"/>
                </a:lnTo>
                <a:cubicBezTo>
                  <a:pt x="46" y="159"/>
                  <a:pt x="39" y="158"/>
                  <a:pt x="33" y="155"/>
                </a:cubicBezTo>
                <a:cubicBezTo>
                  <a:pt x="26" y="153"/>
                  <a:pt x="21" y="149"/>
                  <a:pt x="16" y="144"/>
                </a:cubicBezTo>
                <a:cubicBezTo>
                  <a:pt x="11" y="139"/>
                  <a:pt x="7" y="133"/>
                  <a:pt x="4" y="127"/>
                </a:cubicBezTo>
                <a:cubicBezTo>
                  <a:pt x="2" y="120"/>
                  <a:pt x="0" y="113"/>
                  <a:pt x="0" y="106"/>
                </a:cubicBez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207" name=""/>
          <p:cNvSpPr txBox="1"/>
          <p:nvPr/>
        </p:nvSpPr>
        <p:spPr>
          <a:xfrm>
            <a:off x="2215080" y="351000"/>
            <a:ext cx="1491120" cy="360000"/>
          </a:xfrm>
          <a:prstGeom prst="rect">
            <a:avLst/>
          </a:prstGeom>
          <a:noFill/>
          <a:ln w="0">
            <a:noFill/>
          </a:ln>
        </p:spPr>
        <p:txBody>
          <a:bodyPr wrap="none" lIns="0" rIns="0" tIns="0" bIns="0" anchor="t">
            <a:noAutofit/>
          </a:bodyPr>
          <a:p>
            <a:r>
              <a:rPr b="0" lang="zh-CN" sz="1950" spc="-1" strike="noStrike">
                <a:solidFill>
                  <a:srgbClr val="111111"/>
                </a:solidFill>
                <a:latin typeface="NotoSansCJKjp"/>
                <a:ea typeface="NotoSansCJKjp"/>
              </a:rPr>
              <a:t>段のサンプル</a:t>
            </a:r>
            <a:endParaRPr b="0" lang="en-US" sz="1950" spc="-1" strike="noStrike">
              <a:solidFill>
                <a:srgbClr val="000000"/>
              </a:solidFill>
              <a:latin typeface="Times New Roman"/>
            </a:endParaRPr>
          </a:p>
        </p:txBody>
      </p:sp>
      <p:sp>
        <p:nvSpPr>
          <p:cNvPr id="208" name=""/>
          <p:cNvSpPr txBox="1"/>
          <p:nvPr/>
        </p:nvSpPr>
        <p:spPr>
          <a:xfrm>
            <a:off x="11946240" y="6458400"/>
            <a:ext cx="304560" cy="340200"/>
          </a:xfrm>
          <a:prstGeom prst="rect">
            <a:avLst/>
          </a:prstGeom>
          <a:noFill/>
          <a:ln w="0">
            <a:noFill/>
          </a:ln>
        </p:spPr>
        <p:txBody>
          <a:bodyPr wrap="none" lIns="0" rIns="0" tIns="0" bIns="0" anchor="t">
            <a:noAutofit/>
          </a:bodyPr>
          <a:p>
            <a:r>
              <a:rPr b="0" lang="en-US" sz="2400" spc="-1" strike="noStrike">
                <a:solidFill>
                  <a:srgbClr val="111111"/>
                </a:solidFill>
                <a:latin typeface="Arial"/>
                <a:ea typeface="Arial"/>
              </a:rPr>
              <a:t>9</a:t>
            </a:r>
            <a:endParaRPr b="0" lang="en-US"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9"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210"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211"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c9c9c9"/>
          </a:solidFill>
          <a:ln w="0">
            <a:noFill/>
          </a:ln>
        </p:spPr>
        <p:txBody>
          <a:bodyPr lIns="0" rIns="0" tIns="0" bIns="0" anchor="t">
            <a:noAutofit/>
          </a:bodyPr>
          <a:p>
            <a:endParaRPr b="0" lang="en-US" sz="2400" spc="-1" strike="noStrike">
              <a:solidFill>
                <a:srgbClr val="000000"/>
              </a:solidFill>
              <a:latin typeface="Times New Roman"/>
            </a:endParaRPr>
          </a:p>
        </p:txBody>
      </p:sp>
      <p:sp>
        <p:nvSpPr>
          <p:cNvPr id="212" name=""/>
          <p:cNvSpPr/>
          <p:nvPr/>
        </p:nvSpPr>
        <p:spPr>
          <a:xfrm>
            <a:off x="228240" y="228240"/>
            <a:ext cx="11735280" cy="6401160"/>
          </a:xfrm>
          <a:custGeom>
            <a:avLst/>
            <a:gdLst/>
            <a:ahLst/>
            <a:rect l="0" t="0" r="r" b="b"/>
            <a:pathLst>
              <a:path w="32598" h="17781">
                <a:moveTo>
                  <a:pt x="530" y="0"/>
                </a:moveTo>
                <a:lnTo>
                  <a:pt x="32069" y="0"/>
                </a:lnTo>
                <a:cubicBezTo>
                  <a:pt x="32104" y="0"/>
                  <a:pt x="32138" y="4"/>
                  <a:pt x="32172" y="11"/>
                </a:cubicBezTo>
                <a:cubicBezTo>
                  <a:pt x="32206" y="17"/>
                  <a:pt x="32239" y="27"/>
                  <a:pt x="32271" y="41"/>
                </a:cubicBezTo>
                <a:cubicBezTo>
                  <a:pt x="32304" y="54"/>
                  <a:pt x="32334" y="70"/>
                  <a:pt x="32363" y="90"/>
                </a:cubicBezTo>
                <a:cubicBezTo>
                  <a:pt x="32392" y="109"/>
                  <a:pt x="32419" y="131"/>
                  <a:pt x="32443" y="155"/>
                </a:cubicBezTo>
                <a:cubicBezTo>
                  <a:pt x="32468" y="180"/>
                  <a:pt x="32490" y="207"/>
                  <a:pt x="32509" y="236"/>
                </a:cubicBezTo>
                <a:cubicBezTo>
                  <a:pt x="32528" y="265"/>
                  <a:pt x="32545" y="295"/>
                  <a:pt x="32558" y="327"/>
                </a:cubicBezTo>
                <a:cubicBezTo>
                  <a:pt x="32571" y="359"/>
                  <a:pt x="32581" y="392"/>
                  <a:pt x="32588" y="426"/>
                </a:cubicBezTo>
                <a:cubicBezTo>
                  <a:pt x="32595" y="461"/>
                  <a:pt x="32598" y="495"/>
                  <a:pt x="32598" y="530"/>
                </a:cubicBezTo>
                <a:lnTo>
                  <a:pt x="32598" y="17252"/>
                </a:lnTo>
                <a:cubicBezTo>
                  <a:pt x="32598" y="17287"/>
                  <a:pt x="32595" y="17321"/>
                  <a:pt x="32588" y="17356"/>
                </a:cubicBezTo>
                <a:cubicBezTo>
                  <a:pt x="32581" y="17390"/>
                  <a:pt x="32571" y="17423"/>
                  <a:pt x="32558" y="17455"/>
                </a:cubicBezTo>
                <a:cubicBezTo>
                  <a:pt x="32545" y="17487"/>
                  <a:pt x="32528" y="17517"/>
                  <a:pt x="32509" y="17546"/>
                </a:cubicBezTo>
                <a:cubicBezTo>
                  <a:pt x="32490" y="17575"/>
                  <a:pt x="32468" y="17602"/>
                  <a:pt x="32443" y="17627"/>
                </a:cubicBezTo>
                <a:cubicBezTo>
                  <a:pt x="32419" y="17651"/>
                  <a:pt x="32392" y="17673"/>
                  <a:pt x="32363" y="17692"/>
                </a:cubicBezTo>
                <a:cubicBezTo>
                  <a:pt x="32334" y="17712"/>
                  <a:pt x="32304" y="17728"/>
                  <a:pt x="32271" y="17741"/>
                </a:cubicBezTo>
                <a:cubicBezTo>
                  <a:pt x="32239" y="17755"/>
                  <a:pt x="32206" y="17765"/>
                  <a:pt x="32172" y="17771"/>
                </a:cubicBezTo>
                <a:cubicBezTo>
                  <a:pt x="32138" y="17778"/>
                  <a:pt x="32104" y="17781"/>
                  <a:pt x="32069" y="17781"/>
                </a:cubicBezTo>
                <a:lnTo>
                  <a:pt x="530" y="17781"/>
                </a:lnTo>
                <a:cubicBezTo>
                  <a:pt x="495" y="17781"/>
                  <a:pt x="461" y="17778"/>
                  <a:pt x="426" y="17771"/>
                </a:cubicBezTo>
                <a:cubicBezTo>
                  <a:pt x="392" y="17765"/>
                  <a:pt x="359" y="17755"/>
                  <a:pt x="327" y="17741"/>
                </a:cubicBezTo>
                <a:cubicBezTo>
                  <a:pt x="295" y="17728"/>
                  <a:pt x="265" y="17712"/>
                  <a:pt x="236" y="17692"/>
                </a:cubicBezTo>
                <a:cubicBezTo>
                  <a:pt x="207" y="17673"/>
                  <a:pt x="180" y="17651"/>
                  <a:pt x="155" y="17627"/>
                </a:cubicBezTo>
                <a:cubicBezTo>
                  <a:pt x="131" y="17602"/>
                  <a:pt x="109" y="17575"/>
                  <a:pt x="90" y="17546"/>
                </a:cubicBezTo>
                <a:cubicBezTo>
                  <a:pt x="70" y="17517"/>
                  <a:pt x="54" y="17487"/>
                  <a:pt x="41" y="17455"/>
                </a:cubicBezTo>
                <a:cubicBezTo>
                  <a:pt x="27" y="17423"/>
                  <a:pt x="17" y="17390"/>
                  <a:pt x="11" y="17356"/>
                </a:cubicBezTo>
                <a:cubicBezTo>
                  <a:pt x="4" y="17321"/>
                  <a:pt x="0" y="17287"/>
                  <a:pt x="0" y="17252"/>
                </a:cubicBezTo>
                <a:lnTo>
                  <a:pt x="0" y="530"/>
                </a:lnTo>
                <a:cubicBezTo>
                  <a:pt x="0" y="495"/>
                  <a:pt x="4" y="461"/>
                  <a:pt x="11" y="426"/>
                </a:cubicBezTo>
                <a:cubicBezTo>
                  <a:pt x="17" y="392"/>
                  <a:pt x="27" y="359"/>
                  <a:pt x="41" y="327"/>
                </a:cubicBezTo>
                <a:cubicBezTo>
                  <a:pt x="54" y="295"/>
                  <a:pt x="70" y="265"/>
                  <a:pt x="90" y="236"/>
                </a:cubicBezTo>
                <a:cubicBezTo>
                  <a:pt x="109" y="207"/>
                  <a:pt x="131" y="180"/>
                  <a:pt x="155" y="155"/>
                </a:cubicBezTo>
                <a:cubicBezTo>
                  <a:pt x="180" y="131"/>
                  <a:pt x="207" y="109"/>
                  <a:pt x="236" y="90"/>
                </a:cubicBezTo>
                <a:cubicBezTo>
                  <a:pt x="265" y="70"/>
                  <a:pt x="295" y="54"/>
                  <a:pt x="327" y="41"/>
                </a:cubicBezTo>
                <a:cubicBezTo>
                  <a:pt x="359" y="27"/>
                  <a:pt x="392" y="17"/>
                  <a:pt x="426" y="11"/>
                </a:cubicBezTo>
                <a:cubicBezTo>
                  <a:pt x="461" y="4"/>
                  <a:pt x="495" y="0"/>
                  <a:pt x="530" y="0"/>
                </a:cubicBez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pic>
        <p:nvPicPr>
          <p:cNvPr id="213" name="" descr=""/>
          <p:cNvPicPr/>
          <p:nvPr/>
        </p:nvPicPr>
        <p:blipFill>
          <a:blip r:embed="rId1"/>
          <a:stretch/>
        </p:blipFill>
        <p:spPr>
          <a:xfrm>
            <a:off x="10515600" y="38160"/>
            <a:ext cx="1142640" cy="1142640"/>
          </a:xfrm>
          <a:prstGeom prst="rect">
            <a:avLst/>
          </a:prstGeom>
          <a:ln w="0">
            <a:noFill/>
          </a:ln>
        </p:spPr>
      </p:pic>
      <p:sp>
        <p:nvSpPr>
          <p:cNvPr id="214" name=""/>
          <p:cNvSpPr txBox="1"/>
          <p:nvPr/>
        </p:nvSpPr>
        <p:spPr>
          <a:xfrm>
            <a:off x="533520" y="940680"/>
            <a:ext cx="720000" cy="308160"/>
          </a:xfrm>
          <a:prstGeom prst="rect">
            <a:avLst/>
          </a:prstGeom>
          <a:noFill/>
          <a:ln w="0">
            <a:noFill/>
          </a:ln>
        </p:spPr>
        <p:txBody>
          <a:bodyPr wrap="none" lIns="0" rIns="0" tIns="0" bIns="0" anchor="t">
            <a:noAutofit/>
          </a:bodyPr>
          <a:p>
            <a:r>
              <a:rPr b="0" lang="en-US" sz="2170" spc="-1" strike="noStrike">
                <a:solidFill>
                  <a:srgbClr val="111111"/>
                </a:solidFill>
                <a:latin typeface="Arial"/>
                <a:ea typeface="Arial"/>
              </a:rPr>
              <a:t>PPTX</a:t>
            </a:r>
            <a:endParaRPr b="0" lang="en-US" sz="2170" spc="-1" strike="noStrike">
              <a:solidFill>
                <a:srgbClr val="000000"/>
              </a:solidFill>
              <a:latin typeface="Times New Roman"/>
            </a:endParaRPr>
          </a:p>
        </p:txBody>
      </p:sp>
      <p:sp>
        <p:nvSpPr>
          <p:cNvPr id="215" name=""/>
          <p:cNvSpPr txBox="1"/>
          <p:nvPr/>
        </p:nvSpPr>
        <p:spPr>
          <a:xfrm>
            <a:off x="1254960" y="870120"/>
            <a:ext cx="1655640" cy="399600"/>
          </a:xfrm>
          <a:prstGeom prst="rect">
            <a:avLst/>
          </a:prstGeom>
          <a:noFill/>
          <a:ln w="0">
            <a:noFill/>
          </a:ln>
        </p:spPr>
        <p:txBody>
          <a:bodyPr wrap="none" lIns="0" rIns="0" tIns="0" bIns="0" anchor="t">
            <a:noAutofit/>
          </a:bodyPr>
          <a:p>
            <a:r>
              <a:rPr b="0" lang="zh-CN" sz="2170" spc="-1" strike="noStrike">
                <a:solidFill>
                  <a:srgbClr val="111111"/>
                </a:solidFill>
                <a:latin typeface="NotoSansCJKjp"/>
                <a:ea typeface="NotoSansCJKjp"/>
              </a:rPr>
              <a:t>（編集可能）</a:t>
            </a:r>
            <a:endParaRPr b="0" lang="en-US" sz="2170" spc="-1" strike="noStrike">
              <a:solidFill>
                <a:srgbClr val="000000"/>
              </a:solidFill>
              <a:latin typeface="Times New Roman"/>
            </a:endParaRPr>
          </a:p>
        </p:txBody>
      </p:sp>
      <p:sp>
        <p:nvSpPr>
          <p:cNvPr id="216" name=""/>
          <p:cNvSpPr/>
          <p:nvPr/>
        </p:nvSpPr>
        <p:spPr>
          <a:xfrm>
            <a:off x="537840" y="1490400"/>
            <a:ext cx="11116080" cy="581400"/>
          </a:xfrm>
          <a:custGeom>
            <a:avLst/>
            <a:gdLst/>
            <a:ahLst/>
            <a:rect l="0" t="0" r="r" b="b"/>
            <a:pathLst>
              <a:path w="30878" h="1615">
                <a:moveTo>
                  <a:pt x="0" y="1416"/>
                </a:moveTo>
                <a:lnTo>
                  <a:pt x="0" y="199"/>
                </a:lnTo>
                <a:cubicBezTo>
                  <a:pt x="0" y="186"/>
                  <a:pt x="2" y="173"/>
                  <a:pt x="4" y="160"/>
                </a:cubicBezTo>
                <a:cubicBezTo>
                  <a:pt x="7" y="147"/>
                  <a:pt x="11" y="135"/>
                  <a:pt x="16" y="123"/>
                </a:cubicBezTo>
                <a:cubicBezTo>
                  <a:pt x="20" y="111"/>
                  <a:pt x="27" y="99"/>
                  <a:pt x="34" y="88"/>
                </a:cubicBezTo>
                <a:cubicBezTo>
                  <a:pt x="41" y="78"/>
                  <a:pt x="49" y="68"/>
                  <a:pt x="59" y="58"/>
                </a:cubicBezTo>
                <a:cubicBezTo>
                  <a:pt x="68" y="49"/>
                  <a:pt x="78" y="41"/>
                  <a:pt x="89" y="34"/>
                </a:cubicBezTo>
                <a:cubicBezTo>
                  <a:pt x="99" y="26"/>
                  <a:pt x="111" y="20"/>
                  <a:pt x="123" y="15"/>
                </a:cubicBezTo>
                <a:cubicBezTo>
                  <a:pt x="135" y="10"/>
                  <a:pt x="147" y="7"/>
                  <a:pt x="160" y="4"/>
                </a:cubicBezTo>
                <a:cubicBezTo>
                  <a:pt x="173" y="2"/>
                  <a:pt x="186" y="0"/>
                  <a:pt x="199" y="0"/>
                </a:cubicBezTo>
                <a:lnTo>
                  <a:pt x="30680" y="0"/>
                </a:lnTo>
                <a:cubicBezTo>
                  <a:pt x="30693" y="0"/>
                  <a:pt x="30706" y="2"/>
                  <a:pt x="30719" y="4"/>
                </a:cubicBezTo>
                <a:cubicBezTo>
                  <a:pt x="30731" y="7"/>
                  <a:pt x="30744" y="10"/>
                  <a:pt x="30756" y="15"/>
                </a:cubicBezTo>
                <a:cubicBezTo>
                  <a:pt x="30768" y="20"/>
                  <a:pt x="30779" y="26"/>
                  <a:pt x="30790" y="34"/>
                </a:cubicBezTo>
                <a:cubicBezTo>
                  <a:pt x="30801" y="41"/>
                  <a:pt x="30811" y="49"/>
                  <a:pt x="30820" y="58"/>
                </a:cubicBezTo>
                <a:cubicBezTo>
                  <a:pt x="30829" y="68"/>
                  <a:pt x="30838" y="78"/>
                  <a:pt x="30845" y="88"/>
                </a:cubicBezTo>
                <a:cubicBezTo>
                  <a:pt x="30852" y="99"/>
                  <a:pt x="30858" y="111"/>
                  <a:pt x="30863" y="123"/>
                </a:cubicBezTo>
                <a:cubicBezTo>
                  <a:pt x="30868" y="135"/>
                  <a:pt x="30872" y="147"/>
                  <a:pt x="30874" y="160"/>
                </a:cubicBezTo>
                <a:cubicBezTo>
                  <a:pt x="30877" y="173"/>
                  <a:pt x="30878" y="186"/>
                  <a:pt x="30878" y="199"/>
                </a:cubicBezTo>
                <a:lnTo>
                  <a:pt x="30878" y="1416"/>
                </a:lnTo>
                <a:cubicBezTo>
                  <a:pt x="30878" y="1429"/>
                  <a:pt x="30877" y="1442"/>
                  <a:pt x="30874" y="1454"/>
                </a:cubicBezTo>
                <a:cubicBezTo>
                  <a:pt x="30872" y="1467"/>
                  <a:pt x="30868" y="1480"/>
                  <a:pt x="30863" y="1492"/>
                </a:cubicBezTo>
                <a:cubicBezTo>
                  <a:pt x="30858" y="1504"/>
                  <a:pt x="30852" y="1516"/>
                  <a:pt x="30845" y="1527"/>
                </a:cubicBezTo>
                <a:cubicBezTo>
                  <a:pt x="30838" y="1538"/>
                  <a:pt x="30829" y="1548"/>
                  <a:pt x="30820" y="1557"/>
                </a:cubicBezTo>
                <a:cubicBezTo>
                  <a:pt x="30811" y="1566"/>
                  <a:pt x="30801" y="1575"/>
                  <a:pt x="30790" y="1582"/>
                </a:cubicBezTo>
                <a:cubicBezTo>
                  <a:pt x="30779" y="1589"/>
                  <a:pt x="30768" y="1595"/>
                  <a:pt x="30756" y="1600"/>
                </a:cubicBezTo>
                <a:cubicBezTo>
                  <a:pt x="30744" y="1605"/>
                  <a:pt x="30731" y="1609"/>
                  <a:pt x="30719" y="1611"/>
                </a:cubicBezTo>
                <a:cubicBezTo>
                  <a:pt x="30706" y="1614"/>
                  <a:pt x="30693" y="1615"/>
                  <a:pt x="30680" y="1615"/>
                </a:cubicBezTo>
                <a:lnTo>
                  <a:pt x="199" y="1615"/>
                </a:lnTo>
                <a:cubicBezTo>
                  <a:pt x="186" y="1615"/>
                  <a:pt x="173" y="1614"/>
                  <a:pt x="160" y="1611"/>
                </a:cubicBezTo>
                <a:cubicBezTo>
                  <a:pt x="147" y="1609"/>
                  <a:pt x="135" y="1605"/>
                  <a:pt x="123" y="1600"/>
                </a:cubicBezTo>
                <a:cubicBezTo>
                  <a:pt x="111" y="1595"/>
                  <a:pt x="99" y="1589"/>
                  <a:pt x="89" y="1582"/>
                </a:cubicBezTo>
                <a:cubicBezTo>
                  <a:pt x="78" y="1575"/>
                  <a:pt x="68" y="1566"/>
                  <a:pt x="59" y="1557"/>
                </a:cubicBezTo>
                <a:cubicBezTo>
                  <a:pt x="49" y="1548"/>
                  <a:pt x="41" y="1538"/>
                  <a:pt x="34" y="1527"/>
                </a:cubicBezTo>
                <a:cubicBezTo>
                  <a:pt x="27" y="1516"/>
                  <a:pt x="20" y="1504"/>
                  <a:pt x="16" y="1492"/>
                </a:cubicBezTo>
                <a:cubicBezTo>
                  <a:pt x="11" y="1480"/>
                  <a:pt x="7" y="1467"/>
                  <a:pt x="4" y="1454"/>
                </a:cubicBezTo>
                <a:cubicBezTo>
                  <a:pt x="2" y="1442"/>
                  <a:pt x="0" y="1429"/>
                  <a:pt x="0" y="1416"/>
                </a:cubicBezTo>
                <a:close/>
              </a:path>
            </a:pathLst>
          </a:custGeom>
          <a:solidFill>
            <a:srgbClr val="f5f7fa"/>
          </a:solidFill>
          <a:ln w="0">
            <a:noFill/>
          </a:ln>
        </p:spPr>
        <p:txBody>
          <a:bodyPr lIns="0" rIns="0" tIns="0" bIns="0" anchor="t">
            <a:noAutofit/>
          </a:bodyPr>
          <a:p>
            <a:endParaRPr b="0" lang="en-US" sz="2400" spc="-1" strike="noStrike">
              <a:solidFill>
                <a:srgbClr val="000000"/>
              </a:solidFill>
              <a:latin typeface="Times New Roman"/>
            </a:endParaRPr>
          </a:p>
        </p:txBody>
      </p:sp>
      <p:sp>
        <p:nvSpPr>
          <p:cNvPr id="217" name=""/>
          <p:cNvSpPr/>
          <p:nvPr/>
        </p:nvSpPr>
        <p:spPr>
          <a:xfrm>
            <a:off x="537840" y="1490400"/>
            <a:ext cx="11116080" cy="581400"/>
          </a:xfrm>
          <a:custGeom>
            <a:avLst/>
            <a:gdLst/>
            <a:ahLst/>
            <a:rect l="0" t="0" r="r" b="b"/>
            <a:pathLst>
              <a:path w="30878" h="1615">
                <a:moveTo>
                  <a:pt x="0" y="1416"/>
                </a:moveTo>
                <a:lnTo>
                  <a:pt x="0" y="199"/>
                </a:lnTo>
                <a:cubicBezTo>
                  <a:pt x="0" y="186"/>
                  <a:pt x="2" y="173"/>
                  <a:pt x="4" y="160"/>
                </a:cubicBezTo>
                <a:cubicBezTo>
                  <a:pt x="7" y="147"/>
                  <a:pt x="11" y="135"/>
                  <a:pt x="16" y="123"/>
                </a:cubicBezTo>
                <a:cubicBezTo>
                  <a:pt x="20" y="111"/>
                  <a:pt x="27" y="99"/>
                  <a:pt x="34" y="88"/>
                </a:cubicBezTo>
                <a:cubicBezTo>
                  <a:pt x="41" y="78"/>
                  <a:pt x="49" y="68"/>
                  <a:pt x="59" y="58"/>
                </a:cubicBezTo>
                <a:cubicBezTo>
                  <a:pt x="68" y="49"/>
                  <a:pt x="78" y="41"/>
                  <a:pt x="89" y="34"/>
                </a:cubicBezTo>
                <a:cubicBezTo>
                  <a:pt x="99" y="26"/>
                  <a:pt x="111" y="20"/>
                  <a:pt x="123" y="15"/>
                </a:cubicBezTo>
                <a:cubicBezTo>
                  <a:pt x="135" y="10"/>
                  <a:pt x="147" y="7"/>
                  <a:pt x="160" y="4"/>
                </a:cubicBezTo>
                <a:cubicBezTo>
                  <a:pt x="173" y="2"/>
                  <a:pt x="186" y="0"/>
                  <a:pt x="199" y="0"/>
                </a:cubicBezTo>
                <a:lnTo>
                  <a:pt x="30680" y="0"/>
                </a:lnTo>
                <a:cubicBezTo>
                  <a:pt x="30693" y="0"/>
                  <a:pt x="30706" y="2"/>
                  <a:pt x="30719" y="4"/>
                </a:cubicBezTo>
                <a:cubicBezTo>
                  <a:pt x="30731" y="7"/>
                  <a:pt x="30744" y="10"/>
                  <a:pt x="30756" y="15"/>
                </a:cubicBezTo>
                <a:cubicBezTo>
                  <a:pt x="30768" y="20"/>
                  <a:pt x="30779" y="26"/>
                  <a:pt x="30790" y="34"/>
                </a:cubicBezTo>
                <a:cubicBezTo>
                  <a:pt x="30801" y="41"/>
                  <a:pt x="30811" y="49"/>
                  <a:pt x="30820" y="58"/>
                </a:cubicBezTo>
                <a:cubicBezTo>
                  <a:pt x="30829" y="68"/>
                  <a:pt x="30838" y="78"/>
                  <a:pt x="30845" y="88"/>
                </a:cubicBezTo>
                <a:cubicBezTo>
                  <a:pt x="30852" y="99"/>
                  <a:pt x="30858" y="111"/>
                  <a:pt x="30863" y="123"/>
                </a:cubicBezTo>
                <a:cubicBezTo>
                  <a:pt x="30868" y="135"/>
                  <a:pt x="30872" y="147"/>
                  <a:pt x="30874" y="160"/>
                </a:cubicBezTo>
                <a:cubicBezTo>
                  <a:pt x="30877" y="173"/>
                  <a:pt x="30878" y="186"/>
                  <a:pt x="30878" y="199"/>
                </a:cubicBezTo>
                <a:lnTo>
                  <a:pt x="30878" y="1416"/>
                </a:lnTo>
                <a:cubicBezTo>
                  <a:pt x="30878" y="1429"/>
                  <a:pt x="30877" y="1442"/>
                  <a:pt x="30874" y="1454"/>
                </a:cubicBezTo>
                <a:cubicBezTo>
                  <a:pt x="30872" y="1467"/>
                  <a:pt x="30868" y="1480"/>
                  <a:pt x="30863" y="1492"/>
                </a:cubicBezTo>
                <a:cubicBezTo>
                  <a:pt x="30858" y="1504"/>
                  <a:pt x="30852" y="1516"/>
                  <a:pt x="30845" y="1527"/>
                </a:cubicBezTo>
                <a:cubicBezTo>
                  <a:pt x="30838" y="1538"/>
                  <a:pt x="30829" y="1548"/>
                  <a:pt x="30820" y="1557"/>
                </a:cubicBezTo>
                <a:cubicBezTo>
                  <a:pt x="30811" y="1566"/>
                  <a:pt x="30801" y="1575"/>
                  <a:pt x="30790" y="1582"/>
                </a:cubicBezTo>
                <a:cubicBezTo>
                  <a:pt x="30779" y="1589"/>
                  <a:pt x="30768" y="1595"/>
                  <a:pt x="30756" y="1600"/>
                </a:cubicBezTo>
                <a:cubicBezTo>
                  <a:pt x="30744" y="1605"/>
                  <a:pt x="30731" y="1609"/>
                  <a:pt x="30719" y="1611"/>
                </a:cubicBezTo>
                <a:cubicBezTo>
                  <a:pt x="30706" y="1614"/>
                  <a:pt x="30693" y="1615"/>
                  <a:pt x="30680" y="1615"/>
                </a:cubicBezTo>
                <a:lnTo>
                  <a:pt x="199" y="1615"/>
                </a:lnTo>
                <a:cubicBezTo>
                  <a:pt x="186" y="1615"/>
                  <a:pt x="173" y="1614"/>
                  <a:pt x="160" y="1611"/>
                </a:cubicBezTo>
                <a:cubicBezTo>
                  <a:pt x="147" y="1609"/>
                  <a:pt x="135" y="1605"/>
                  <a:pt x="123" y="1600"/>
                </a:cubicBezTo>
                <a:cubicBezTo>
                  <a:pt x="111" y="1595"/>
                  <a:pt x="99" y="1589"/>
                  <a:pt x="89" y="1582"/>
                </a:cubicBezTo>
                <a:cubicBezTo>
                  <a:pt x="78" y="1575"/>
                  <a:pt x="68" y="1566"/>
                  <a:pt x="59" y="1557"/>
                </a:cubicBezTo>
                <a:cubicBezTo>
                  <a:pt x="49" y="1548"/>
                  <a:pt x="41" y="1538"/>
                  <a:pt x="34" y="1527"/>
                </a:cubicBezTo>
                <a:cubicBezTo>
                  <a:pt x="27" y="1516"/>
                  <a:pt x="20" y="1504"/>
                  <a:pt x="16" y="1492"/>
                </a:cubicBezTo>
                <a:cubicBezTo>
                  <a:pt x="11" y="1480"/>
                  <a:pt x="7" y="1467"/>
                  <a:pt x="4" y="1454"/>
                </a:cubicBezTo>
                <a:cubicBezTo>
                  <a:pt x="2" y="1442"/>
                  <a:pt x="0" y="1429"/>
                  <a:pt x="0" y="1416"/>
                </a:cubicBezTo>
                <a:close/>
              </a:path>
            </a:pathLst>
          </a:custGeom>
          <a:noFill/>
          <a:ln w="9360">
            <a:solidFill>
              <a:srgbClr val="d7dde5"/>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218" name=""/>
          <p:cNvSpPr txBox="1"/>
          <p:nvPr/>
        </p:nvSpPr>
        <p:spPr>
          <a:xfrm>
            <a:off x="2912040" y="940680"/>
            <a:ext cx="275760" cy="308160"/>
          </a:xfrm>
          <a:prstGeom prst="rect">
            <a:avLst/>
          </a:prstGeom>
          <a:noFill/>
          <a:ln w="0">
            <a:noFill/>
          </a:ln>
        </p:spPr>
        <p:txBody>
          <a:bodyPr wrap="none" lIns="0" rIns="0" tIns="0" bIns="0" anchor="t">
            <a:noAutofit/>
          </a:bodyPr>
          <a:p>
            <a:r>
              <a:rPr b="0" lang="en-US" sz="2170" spc="-1" strike="noStrike">
                <a:solidFill>
                  <a:srgbClr val="111111"/>
                </a:solidFill>
                <a:latin typeface="Arial"/>
                <a:ea typeface="Arial"/>
              </a:rPr>
              <a:t>:</a:t>
            </a:r>
            <a:endParaRPr b="0" lang="en-US" sz="2170" spc="-1" strike="noStrike">
              <a:solidFill>
                <a:srgbClr val="000000"/>
              </a:solidFill>
              <a:latin typeface="Times New Roman"/>
            </a:endParaRPr>
          </a:p>
        </p:txBody>
      </p:sp>
      <p:sp>
        <p:nvSpPr>
          <p:cNvPr id="219" name=""/>
          <p:cNvSpPr txBox="1"/>
          <p:nvPr/>
        </p:nvSpPr>
        <p:spPr>
          <a:xfrm>
            <a:off x="714240" y="1669680"/>
            <a:ext cx="9556200" cy="198360"/>
          </a:xfrm>
          <a:prstGeom prst="rect">
            <a:avLst/>
          </a:prstGeom>
          <a:noFill/>
          <a:ln w="0">
            <a:noFill/>
          </a:ln>
        </p:spPr>
        <p:txBody>
          <a:bodyPr wrap="none" lIns="0" rIns="0" tIns="0" bIns="0" anchor="t">
            <a:noAutofit/>
          </a:bodyPr>
          <a:p>
            <a:r>
              <a:rPr b="0" lang="en-US" sz="1350" spc="-1" strike="noStrike">
                <a:solidFill>
                  <a:srgbClr val="1b1b1b"/>
                </a:solidFill>
                <a:latin typeface="DejaVuSansMono"/>
                <a:ea typeface="DejaVuSansMono"/>
              </a:rPr>
              <a:t>npx @marp-team/marp-cli ./slide.md --pptx --pptx-editable --allow-local-files -o ./slide.pptx</a:t>
            </a:r>
            <a:endParaRPr b="0" lang="en-US" sz="1350" spc="-1" strike="noStrike">
              <a:solidFill>
                <a:srgbClr val="000000"/>
              </a:solidFill>
              <a:latin typeface="Times New Roman"/>
            </a:endParaRPr>
          </a:p>
        </p:txBody>
      </p:sp>
      <p:sp>
        <p:nvSpPr>
          <p:cNvPr id="220" name=""/>
          <p:cNvSpPr txBox="1"/>
          <p:nvPr/>
        </p:nvSpPr>
        <p:spPr>
          <a:xfrm>
            <a:off x="533520" y="2051280"/>
            <a:ext cx="1104120" cy="399600"/>
          </a:xfrm>
          <a:prstGeom prst="rect">
            <a:avLst/>
          </a:prstGeom>
          <a:noFill/>
          <a:ln w="0">
            <a:noFill/>
          </a:ln>
        </p:spPr>
        <p:txBody>
          <a:bodyPr wrap="none" lIns="0" rIns="0" tIns="0" bIns="0" anchor="t">
            <a:noAutofit/>
          </a:bodyPr>
          <a:p>
            <a:r>
              <a:rPr b="0" lang="zh-CN" sz="2170" spc="-1" strike="noStrike">
                <a:solidFill>
                  <a:srgbClr val="111111"/>
                </a:solidFill>
                <a:latin typeface="NotoSansCJKjp"/>
                <a:ea typeface="NotoSansCJKjp"/>
              </a:rPr>
              <a:t>ただし、</a:t>
            </a:r>
            <a:endParaRPr b="0" lang="en-US" sz="2170" spc="-1" strike="noStrike">
              <a:solidFill>
                <a:srgbClr val="000000"/>
              </a:solidFill>
              <a:latin typeface="Times New Roman"/>
            </a:endParaRPr>
          </a:p>
        </p:txBody>
      </p:sp>
      <p:sp>
        <p:nvSpPr>
          <p:cNvPr id="221" name=""/>
          <p:cNvSpPr txBox="1"/>
          <p:nvPr/>
        </p:nvSpPr>
        <p:spPr>
          <a:xfrm>
            <a:off x="1638360" y="2121840"/>
            <a:ext cx="1334160" cy="308160"/>
          </a:xfrm>
          <a:prstGeom prst="rect">
            <a:avLst/>
          </a:prstGeom>
          <a:noFill/>
          <a:ln w="0">
            <a:noFill/>
          </a:ln>
        </p:spPr>
        <p:txBody>
          <a:bodyPr wrap="none" lIns="0" rIns="0" tIns="0" bIns="0" anchor="t">
            <a:noAutofit/>
          </a:bodyPr>
          <a:p>
            <a:r>
              <a:rPr b="0" lang="en-US" sz="2170" spc="-1" strike="noStrike">
                <a:solidFill>
                  <a:srgbClr val="111111"/>
                </a:solidFill>
                <a:latin typeface="Arial"/>
                <a:ea typeface="Arial"/>
              </a:rPr>
              <a:t>LibreOffice</a:t>
            </a:r>
            <a:endParaRPr b="0" lang="en-US" sz="2170" spc="-1" strike="noStrike">
              <a:solidFill>
                <a:srgbClr val="000000"/>
              </a:solidFill>
              <a:latin typeface="Times New Roman"/>
            </a:endParaRPr>
          </a:p>
        </p:txBody>
      </p:sp>
      <p:sp>
        <p:nvSpPr>
          <p:cNvPr id="222" name=""/>
          <p:cNvSpPr txBox="1"/>
          <p:nvPr/>
        </p:nvSpPr>
        <p:spPr>
          <a:xfrm>
            <a:off x="2968920" y="2051280"/>
            <a:ext cx="3586680" cy="399600"/>
          </a:xfrm>
          <a:prstGeom prst="rect">
            <a:avLst/>
          </a:prstGeom>
          <a:noFill/>
          <a:ln w="0">
            <a:noFill/>
          </a:ln>
        </p:spPr>
        <p:txBody>
          <a:bodyPr wrap="none" lIns="0" rIns="0" tIns="0" bIns="0" anchor="t">
            <a:noAutofit/>
          </a:bodyPr>
          <a:p>
            <a:r>
              <a:rPr b="0" lang="zh-CN" sz="2170" spc="-1" strike="noStrike">
                <a:solidFill>
                  <a:srgbClr val="111111"/>
                </a:solidFill>
                <a:latin typeface="NotoSansCJKjp"/>
                <a:ea typeface="NotoSansCJKjp"/>
              </a:rPr>
              <a:t>のインストールが必要です。</a:t>
            </a:r>
            <a:endParaRPr b="0" lang="en-US" sz="2170" spc="-1" strike="noStrike">
              <a:solidFill>
                <a:srgbClr val="000000"/>
              </a:solidFill>
              <a:latin typeface="Times New Roman"/>
            </a:endParaRPr>
          </a:p>
        </p:txBody>
      </p:sp>
      <p:sp>
        <p:nvSpPr>
          <p:cNvPr id="223" name=""/>
          <p:cNvSpPr txBox="1"/>
          <p:nvPr/>
        </p:nvSpPr>
        <p:spPr>
          <a:xfrm>
            <a:off x="533520" y="2460960"/>
            <a:ext cx="8827560" cy="399600"/>
          </a:xfrm>
          <a:prstGeom prst="rect">
            <a:avLst/>
          </a:prstGeom>
          <a:noFill/>
          <a:ln w="0">
            <a:noFill/>
          </a:ln>
        </p:spPr>
        <p:txBody>
          <a:bodyPr wrap="none" lIns="0" rIns="0" tIns="0" bIns="0" anchor="t">
            <a:noAutofit/>
          </a:bodyPr>
          <a:p>
            <a:r>
              <a:rPr b="0" lang="zh-CN" sz="2170" spc="-1" strike="noStrike">
                <a:solidFill>
                  <a:srgbClr val="111111"/>
                </a:solidFill>
                <a:latin typeface="NotoSansCJKjp"/>
                <a:ea typeface="NotoSansCJKjp"/>
              </a:rPr>
              <a:t>実験的機能なので数式の表⽰がおかしくなったりすることがあります。</a:t>
            </a:r>
            <a:endParaRPr b="0" lang="en-US" sz="2170" spc="-1" strike="noStrike">
              <a:solidFill>
                <a:srgbClr val="000000"/>
              </a:solidFill>
              <a:latin typeface="Times New Roman"/>
            </a:endParaRPr>
          </a:p>
        </p:txBody>
      </p:sp>
      <p:sp>
        <p:nvSpPr>
          <p:cNvPr id="224" name=""/>
          <p:cNvSpPr txBox="1"/>
          <p:nvPr/>
        </p:nvSpPr>
        <p:spPr>
          <a:xfrm>
            <a:off x="533520" y="2950560"/>
            <a:ext cx="720000" cy="308160"/>
          </a:xfrm>
          <a:prstGeom prst="rect">
            <a:avLst/>
          </a:prstGeom>
          <a:noFill/>
          <a:ln w="0">
            <a:noFill/>
          </a:ln>
        </p:spPr>
        <p:txBody>
          <a:bodyPr wrap="none" lIns="0" rIns="0" tIns="0" bIns="0" anchor="t">
            <a:noAutofit/>
          </a:bodyPr>
          <a:p>
            <a:r>
              <a:rPr b="0" lang="en-US" sz="2170" spc="-1" strike="noStrike">
                <a:solidFill>
                  <a:srgbClr val="111111"/>
                </a:solidFill>
                <a:latin typeface="Arial"/>
                <a:ea typeface="Arial"/>
              </a:rPr>
              <a:t>PPTX</a:t>
            </a:r>
            <a:endParaRPr b="0" lang="en-US" sz="2170" spc="-1" strike="noStrike">
              <a:solidFill>
                <a:srgbClr val="000000"/>
              </a:solidFill>
              <a:latin typeface="Times New Roman"/>
            </a:endParaRPr>
          </a:p>
        </p:txBody>
      </p:sp>
      <p:sp>
        <p:nvSpPr>
          <p:cNvPr id="225" name=""/>
          <p:cNvSpPr txBox="1"/>
          <p:nvPr/>
        </p:nvSpPr>
        <p:spPr>
          <a:xfrm>
            <a:off x="1254960" y="2880000"/>
            <a:ext cx="4965840" cy="399600"/>
          </a:xfrm>
          <a:prstGeom prst="rect">
            <a:avLst/>
          </a:prstGeom>
          <a:noFill/>
          <a:ln w="0">
            <a:noFill/>
          </a:ln>
        </p:spPr>
        <p:txBody>
          <a:bodyPr wrap="none" lIns="0" rIns="0" tIns="0" bIns="0" anchor="t">
            <a:noAutofit/>
          </a:bodyPr>
          <a:p>
            <a:r>
              <a:rPr b="0" lang="zh-CN" sz="2170" spc="-1" strike="noStrike">
                <a:solidFill>
                  <a:srgbClr val="111111"/>
                </a:solidFill>
                <a:latin typeface="NotoSansCJKjp"/>
                <a:ea typeface="NotoSansCJKjp"/>
              </a:rPr>
              <a:t>ファイルに変換するとしても編集不可の</a:t>
            </a:r>
            <a:endParaRPr b="0" lang="en-US" sz="2170" spc="-1" strike="noStrike">
              <a:solidFill>
                <a:srgbClr val="000000"/>
              </a:solidFill>
              <a:latin typeface="Times New Roman"/>
            </a:endParaRPr>
          </a:p>
        </p:txBody>
      </p:sp>
      <p:sp>
        <p:nvSpPr>
          <p:cNvPr id="226" name=""/>
          <p:cNvSpPr txBox="1"/>
          <p:nvPr/>
        </p:nvSpPr>
        <p:spPr>
          <a:xfrm>
            <a:off x="6204960" y="2950560"/>
            <a:ext cx="720000" cy="308160"/>
          </a:xfrm>
          <a:prstGeom prst="rect">
            <a:avLst/>
          </a:prstGeom>
          <a:noFill/>
          <a:ln w="0">
            <a:noFill/>
          </a:ln>
        </p:spPr>
        <p:txBody>
          <a:bodyPr wrap="none" lIns="0" rIns="0" tIns="0" bIns="0" anchor="t">
            <a:noAutofit/>
          </a:bodyPr>
          <a:p>
            <a:r>
              <a:rPr b="0" lang="en-US" sz="2170" spc="-1" strike="noStrike">
                <a:solidFill>
                  <a:srgbClr val="111111"/>
                </a:solidFill>
                <a:latin typeface="Arial"/>
                <a:ea typeface="Arial"/>
              </a:rPr>
              <a:t>PPTX</a:t>
            </a:r>
            <a:endParaRPr b="0" lang="en-US" sz="2170" spc="-1" strike="noStrike">
              <a:solidFill>
                <a:srgbClr val="000000"/>
              </a:solidFill>
              <a:latin typeface="Times New Roman"/>
            </a:endParaRPr>
          </a:p>
        </p:txBody>
      </p:sp>
      <p:sp>
        <p:nvSpPr>
          <p:cNvPr id="227" name=""/>
          <p:cNvSpPr txBox="1"/>
          <p:nvPr/>
        </p:nvSpPr>
        <p:spPr>
          <a:xfrm>
            <a:off x="6926400" y="2880000"/>
            <a:ext cx="4690080" cy="399600"/>
          </a:xfrm>
          <a:prstGeom prst="rect">
            <a:avLst/>
          </a:prstGeom>
          <a:noFill/>
          <a:ln w="0">
            <a:noFill/>
          </a:ln>
        </p:spPr>
        <p:txBody>
          <a:bodyPr wrap="none" lIns="0" rIns="0" tIns="0" bIns="0" anchor="t">
            <a:noAutofit/>
          </a:bodyPr>
          <a:p>
            <a:r>
              <a:rPr b="0" lang="zh-CN" sz="2170" spc="-1" strike="noStrike">
                <a:solidFill>
                  <a:srgbClr val="111111"/>
                </a:solidFill>
                <a:latin typeface="NotoSansCJKjp"/>
                <a:ea typeface="NotoSansCJKjp"/>
              </a:rPr>
              <a:t>ファイルへの変換の⽅が安定しやすい</a:t>
            </a:r>
            <a:endParaRPr b="0" lang="en-US" sz="2170" spc="-1" strike="noStrike">
              <a:solidFill>
                <a:srgbClr val="000000"/>
              </a:solidFill>
              <a:latin typeface="Times New Roman"/>
            </a:endParaRPr>
          </a:p>
        </p:txBody>
      </p:sp>
      <p:sp>
        <p:nvSpPr>
          <p:cNvPr id="228" name=""/>
          <p:cNvSpPr txBox="1"/>
          <p:nvPr/>
        </p:nvSpPr>
        <p:spPr>
          <a:xfrm>
            <a:off x="533520" y="3289680"/>
            <a:ext cx="828360" cy="399600"/>
          </a:xfrm>
          <a:prstGeom prst="rect">
            <a:avLst/>
          </a:prstGeom>
          <a:noFill/>
          <a:ln w="0">
            <a:noFill/>
          </a:ln>
        </p:spPr>
        <p:txBody>
          <a:bodyPr wrap="none" lIns="0" rIns="0" tIns="0" bIns="0" anchor="t">
            <a:noAutofit/>
          </a:bodyPr>
          <a:p>
            <a:r>
              <a:rPr b="0" lang="zh-CN" sz="2170" spc="-1" strike="noStrike">
                <a:solidFill>
                  <a:srgbClr val="111111"/>
                </a:solidFill>
                <a:latin typeface="NotoSansCJKjp"/>
                <a:ea typeface="NotoSansCJKjp"/>
              </a:rPr>
              <a:t>です。</a:t>
            </a:r>
            <a:endParaRPr b="0" lang="en-US" sz="2170" spc="-1" strike="noStrike">
              <a:solidFill>
                <a:srgbClr val="000000"/>
              </a:solidFill>
              <a:latin typeface="Times New Roman"/>
            </a:endParaRPr>
          </a:p>
        </p:txBody>
      </p:sp>
      <p:sp>
        <p:nvSpPr>
          <p:cNvPr id="229" name=""/>
          <p:cNvSpPr/>
          <p:nvPr/>
        </p:nvSpPr>
        <p:spPr>
          <a:xfrm>
            <a:off x="537840" y="4414680"/>
            <a:ext cx="11116080" cy="581400"/>
          </a:xfrm>
          <a:custGeom>
            <a:avLst/>
            <a:gdLst/>
            <a:ahLst/>
            <a:rect l="0" t="0" r="r" b="b"/>
            <a:pathLst>
              <a:path w="30878" h="1615">
                <a:moveTo>
                  <a:pt x="0" y="1415"/>
                </a:moveTo>
                <a:lnTo>
                  <a:pt x="0" y="198"/>
                </a:lnTo>
                <a:cubicBezTo>
                  <a:pt x="0" y="185"/>
                  <a:pt x="2" y="172"/>
                  <a:pt x="4" y="160"/>
                </a:cubicBezTo>
                <a:cubicBezTo>
                  <a:pt x="7" y="147"/>
                  <a:pt x="11" y="134"/>
                  <a:pt x="16" y="122"/>
                </a:cubicBezTo>
                <a:cubicBezTo>
                  <a:pt x="20" y="110"/>
                  <a:pt x="27" y="99"/>
                  <a:pt x="34" y="88"/>
                </a:cubicBezTo>
                <a:cubicBezTo>
                  <a:pt x="41" y="77"/>
                  <a:pt x="49" y="67"/>
                  <a:pt x="59" y="58"/>
                </a:cubicBezTo>
                <a:cubicBezTo>
                  <a:pt x="68" y="49"/>
                  <a:pt x="78" y="41"/>
                  <a:pt x="89" y="33"/>
                </a:cubicBezTo>
                <a:cubicBezTo>
                  <a:pt x="99" y="26"/>
                  <a:pt x="111" y="20"/>
                  <a:pt x="123" y="15"/>
                </a:cubicBezTo>
                <a:cubicBezTo>
                  <a:pt x="135" y="10"/>
                  <a:pt x="147" y="6"/>
                  <a:pt x="160" y="4"/>
                </a:cubicBezTo>
                <a:cubicBezTo>
                  <a:pt x="173" y="1"/>
                  <a:pt x="186" y="0"/>
                  <a:pt x="199" y="0"/>
                </a:cubicBezTo>
                <a:lnTo>
                  <a:pt x="30680" y="0"/>
                </a:lnTo>
                <a:cubicBezTo>
                  <a:pt x="30693" y="0"/>
                  <a:pt x="30706" y="1"/>
                  <a:pt x="30719" y="4"/>
                </a:cubicBezTo>
                <a:cubicBezTo>
                  <a:pt x="30731" y="6"/>
                  <a:pt x="30744" y="10"/>
                  <a:pt x="30756" y="15"/>
                </a:cubicBezTo>
                <a:cubicBezTo>
                  <a:pt x="30768" y="20"/>
                  <a:pt x="30779" y="26"/>
                  <a:pt x="30790" y="33"/>
                </a:cubicBezTo>
                <a:cubicBezTo>
                  <a:pt x="30801" y="41"/>
                  <a:pt x="30811" y="49"/>
                  <a:pt x="30820" y="58"/>
                </a:cubicBezTo>
                <a:cubicBezTo>
                  <a:pt x="30829" y="67"/>
                  <a:pt x="30838" y="77"/>
                  <a:pt x="30845" y="88"/>
                </a:cubicBezTo>
                <a:cubicBezTo>
                  <a:pt x="30852" y="99"/>
                  <a:pt x="30858" y="110"/>
                  <a:pt x="30863" y="122"/>
                </a:cubicBezTo>
                <a:cubicBezTo>
                  <a:pt x="30868" y="134"/>
                  <a:pt x="30872" y="147"/>
                  <a:pt x="30874" y="160"/>
                </a:cubicBezTo>
                <a:cubicBezTo>
                  <a:pt x="30877" y="172"/>
                  <a:pt x="30878" y="185"/>
                  <a:pt x="30878" y="198"/>
                </a:cubicBezTo>
                <a:lnTo>
                  <a:pt x="30878" y="1415"/>
                </a:lnTo>
                <a:cubicBezTo>
                  <a:pt x="30878" y="1428"/>
                  <a:pt x="30877" y="1441"/>
                  <a:pt x="30874" y="1455"/>
                </a:cubicBezTo>
                <a:cubicBezTo>
                  <a:pt x="30872" y="1468"/>
                  <a:pt x="30868" y="1480"/>
                  <a:pt x="30863" y="1492"/>
                </a:cubicBezTo>
                <a:cubicBezTo>
                  <a:pt x="30858" y="1504"/>
                  <a:pt x="30852" y="1516"/>
                  <a:pt x="30845" y="1527"/>
                </a:cubicBezTo>
                <a:cubicBezTo>
                  <a:pt x="30838" y="1538"/>
                  <a:pt x="30829" y="1548"/>
                  <a:pt x="30820" y="1557"/>
                </a:cubicBezTo>
                <a:cubicBezTo>
                  <a:pt x="30811" y="1566"/>
                  <a:pt x="30801" y="1574"/>
                  <a:pt x="30790" y="1581"/>
                </a:cubicBezTo>
                <a:cubicBezTo>
                  <a:pt x="30779" y="1589"/>
                  <a:pt x="30768" y="1595"/>
                  <a:pt x="30756" y="1600"/>
                </a:cubicBezTo>
                <a:cubicBezTo>
                  <a:pt x="30744" y="1605"/>
                  <a:pt x="30731" y="1609"/>
                  <a:pt x="30719" y="1611"/>
                </a:cubicBezTo>
                <a:cubicBezTo>
                  <a:pt x="30706" y="1614"/>
                  <a:pt x="30693" y="1615"/>
                  <a:pt x="30680" y="1615"/>
                </a:cubicBezTo>
                <a:lnTo>
                  <a:pt x="199" y="1615"/>
                </a:lnTo>
                <a:cubicBezTo>
                  <a:pt x="186" y="1615"/>
                  <a:pt x="173" y="1614"/>
                  <a:pt x="160" y="1611"/>
                </a:cubicBezTo>
                <a:cubicBezTo>
                  <a:pt x="147" y="1609"/>
                  <a:pt x="135" y="1605"/>
                  <a:pt x="123" y="1600"/>
                </a:cubicBezTo>
                <a:cubicBezTo>
                  <a:pt x="111" y="1595"/>
                  <a:pt x="99" y="1589"/>
                  <a:pt x="89" y="1581"/>
                </a:cubicBezTo>
                <a:cubicBezTo>
                  <a:pt x="78" y="1574"/>
                  <a:pt x="68" y="1566"/>
                  <a:pt x="59" y="1557"/>
                </a:cubicBezTo>
                <a:cubicBezTo>
                  <a:pt x="49" y="1548"/>
                  <a:pt x="41" y="1538"/>
                  <a:pt x="34" y="1527"/>
                </a:cubicBezTo>
                <a:cubicBezTo>
                  <a:pt x="27" y="1516"/>
                  <a:pt x="20" y="1504"/>
                  <a:pt x="16" y="1492"/>
                </a:cubicBezTo>
                <a:cubicBezTo>
                  <a:pt x="11" y="1480"/>
                  <a:pt x="7" y="1468"/>
                  <a:pt x="4" y="1455"/>
                </a:cubicBezTo>
                <a:cubicBezTo>
                  <a:pt x="2" y="1441"/>
                  <a:pt x="0" y="1428"/>
                  <a:pt x="0" y="1415"/>
                </a:cubicBezTo>
                <a:close/>
              </a:path>
            </a:pathLst>
          </a:custGeom>
          <a:solidFill>
            <a:srgbClr val="f5f7fa"/>
          </a:solidFill>
          <a:ln w="0">
            <a:noFill/>
          </a:ln>
        </p:spPr>
        <p:txBody>
          <a:bodyPr lIns="0" rIns="0" tIns="0" bIns="0" anchor="t">
            <a:noAutofit/>
          </a:bodyPr>
          <a:p>
            <a:endParaRPr b="0" lang="en-US" sz="2400" spc="-1" strike="noStrike">
              <a:solidFill>
                <a:srgbClr val="000000"/>
              </a:solidFill>
              <a:latin typeface="Times New Roman"/>
            </a:endParaRPr>
          </a:p>
        </p:txBody>
      </p:sp>
      <p:sp>
        <p:nvSpPr>
          <p:cNvPr id="230" name=""/>
          <p:cNvSpPr/>
          <p:nvPr/>
        </p:nvSpPr>
        <p:spPr>
          <a:xfrm>
            <a:off x="537840" y="4414680"/>
            <a:ext cx="11116080" cy="581400"/>
          </a:xfrm>
          <a:custGeom>
            <a:avLst/>
            <a:gdLst/>
            <a:ahLst/>
            <a:rect l="0" t="0" r="r" b="b"/>
            <a:pathLst>
              <a:path w="30878" h="1615">
                <a:moveTo>
                  <a:pt x="0" y="1415"/>
                </a:moveTo>
                <a:lnTo>
                  <a:pt x="0" y="198"/>
                </a:lnTo>
                <a:cubicBezTo>
                  <a:pt x="0" y="185"/>
                  <a:pt x="2" y="172"/>
                  <a:pt x="4" y="160"/>
                </a:cubicBezTo>
                <a:cubicBezTo>
                  <a:pt x="7" y="147"/>
                  <a:pt x="11" y="134"/>
                  <a:pt x="16" y="122"/>
                </a:cubicBezTo>
                <a:cubicBezTo>
                  <a:pt x="20" y="110"/>
                  <a:pt x="27" y="99"/>
                  <a:pt x="34" y="88"/>
                </a:cubicBezTo>
                <a:cubicBezTo>
                  <a:pt x="41" y="77"/>
                  <a:pt x="49" y="67"/>
                  <a:pt x="59" y="58"/>
                </a:cubicBezTo>
                <a:cubicBezTo>
                  <a:pt x="68" y="49"/>
                  <a:pt x="78" y="41"/>
                  <a:pt x="89" y="33"/>
                </a:cubicBezTo>
                <a:cubicBezTo>
                  <a:pt x="99" y="26"/>
                  <a:pt x="111" y="20"/>
                  <a:pt x="123" y="15"/>
                </a:cubicBezTo>
                <a:cubicBezTo>
                  <a:pt x="135" y="10"/>
                  <a:pt x="147" y="6"/>
                  <a:pt x="160" y="4"/>
                </a:cubicBezTo>
                <a:cubicBezTo>
                  <a:pt x="173" y="1"/>
                  <a:pt x="186" y="0"/>
                  <a:pt x="199" y="0"/>
                </a:cubicBezTo>
                <a:lnTo>
                  <a:pt x="30680" y="0"/>
                </a:lnTo>
                <a:cubicBezTo>
                  <a:pt x="30693" y="0"/>
                  <a:pt x="30706" y="1"/>
                  <a:pt x="30719" y="4"/>
                </a:cubicBezTo>
                <a:cubicBezTo>
                  <a:pt x="30731" y="6"/>
                  <a:pt x="30744" y="10"/>
                  <a:pt x="30756" y="15"/>
                </a:cubicBezTo>
                <a:cubicBezTo>
                  <a:pt x="30768" y="20"/>
                  <a:pt x="30779" y="26"/>
                  <a:pt x="30790" y="33"/>
                </a:cubicBezTo>
                <a:cubicBezTo>
                  <a:pt x="30801" y="41"/>
                  <a:pt x="30811" y="49"/>
                  <a:pt x="30820" y="58"/>
                </a:cubicBezTo>
                <a:cubicBezTo>
                  <a:pt x="30829" y="67"/>
                  <a:pt x="30838" y="77"/>
                  <a:pt x="30845" y="88"/>
                </a:cubicBezTo>
                <a:cubicBezTo>
                  <a:pt x="30852" y="99"/>
                  <a:pt x="30858" y="110"/>
                  <a:pt x="30863" y="122"/>
                </a:cubicBezTo>
                <a:cubicBezTo>
                  <a:pt x="30868" y="134"/>
                  <a:pt x="30872" y="147"/>
                  <a:pt x="30874" y="160"/>
                </a:cubicBezTo>
                <a:cubicBezTo>
                  <a:pt x="30877" y="172"/>
                  <a:pt x="30878" y="185"/>
                  <a:pt x="30878" y="198"/>
                </a:cubicBezTo>
                <a:lnTo>
                  <a:pt x="30878" y="1415"/>
                </a:lnTo>
                <a:cubicBezTo>
                  <a:pt x="30878" y="1428"/>
                  <a:pt x="30877" y="1441"/>
                  <a:pt x="30874" y="1455"/>
                </a:cubicBezTo>
                <a:cubicBezTo>
                  <a:pt x="30872" y="1468"/>
                  <a:pt x="30868" y="1480"/>
                  <a:pt x="30863" y="1492"/>
                </a:cubicBezTo>
                <a:cubicBezTo>
                  <a:pt x="30858" y="1504"/>
                  <a:pt x="30852" y="1516"/>
                  <a:pt x="30845" y="1527"/>
                </a:cubicBezTo>
                <a:cubicBezTo>
                  <a:pt x="30838" y="1538"/>
                  <a:pt x="30829" y="1548"/>
                  <a:pt x="30820" y="1557"/>
                </a:cubicBezTo>
                <a:cubicBezTo>
                  <a:pt x="30811" y="1566"/>
                  <a:pt x="30801" y="1574"/>
                  <a:pt x="30790" y="1581"/>
                </a:cubicBezTo>
                <a:cubicBezTo>
                  <a:pt x="30779" y="1589"/>
                  <a:pt x="30768" y="1595"/>
                  <a:pt x="30756" y="1600"/>
                </a:cubicBezTo>
                <a:cubicBezTo>
                  <a:pt x="30744" y="1605"/>
                  <a:pt x="30731" y="1609"/>
                  <a:pt x="30719" y="1611"/>
                </a:cubicBezTo>
                <a:cubicBezTo>
                  <a:pt x="30706" y="1614"/>
                  <a:pt x="30693" y="1615"/>
                  <a:pt x="30680" y="1615"/>
                </a:cubicBezTo>
                <a:lnTo>
                  <a:pt x="199" y="1615"/>
                </a:lnTo>
                <a:cubicBezTo>
                  <a:pt x="186" y="1615"/>
                  <a:pt x="173" y="1614"/>
                  <a:pt x="160" y="1611"/>
                </a:cubicBezTo>
                <a:cubicBezTo>
                  <a:pt x="147" y="1609"/>
                  <a:pt x="135" y="1605"/>
                  <a:pt x="123" y="1600"/>
                </a:cubicBezTo>
                <a:cubicBezTo>
                  <a:pt x="111" y="1595"/>
                  <a:pt x="99" y="1589"/>
                  <a:pt x="89" y="1581"/>
                </a:cubicBezTo>
                <a:cubicBezTo>
                  <a:pt x="78" y="1574"/>
                  <a:pt x="68" y="1566"/>
                  <a:pt x="59" y="1557"/>
                </a:cubicBezTo>
                <a:cubicBezTo>
                  <a:pt x="49" y="1548"/>
                  <a:pt x="41" y="1538"/>
                  <a:pt x="34" y="1527"/>
                </a:cubicBezTo>
                <a:cubicBezTo>
                  <a:pt x="27" y="1516"/>
                  <a:pt x="20" y="1504"/>
                  <a:pt x="16" y="1492"/>
                </a:cubicBezTo>
                <a:cubicBezTo>
                  <a:pt x="11" y="1480"/>
                  <a:pt x="7" y="1468"/>
                  <a:pt x="4" y="1455"/>
                </a:cubicBezTo>
                <a:cubicBezTo>
                  <a:pt x="2" y="1441"/>
                  <a:pt x="0" y="1428"/>
                  <a:pt x="0" y="1415"/>
                </a:cubicBezTo>
                <a:close/>
              </a:path>
            </a:pathLst>
          </a:custGeom>
          <a:noFill/>
          <a:ln w="9360">
            <a:solidFill>
              <a:srgbClr val="d7dde5"/>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231" name=""/>
          <p:cNvSpPr txBox="1"/>
          <p:nvPr/>
        </p:nvSpPr>
        <p:spPr>
          <a:xfrm>
            <a:off x="533520" y="3874320"/>
            <a:ext cx="628560" cy="308160"/>
          </a:xfrm>
          <a:prstGeom prst="rect">
            <a:avLst/>
          </a:prstGeom>
          <a:noFill/>
          <a:ln w="0">
            <a:noFill/>
          </a:ln>
        </p:spPr>
        <p:txBody>
          <a:bodyPr wrap="none" lIns="0" rIns="0" tIns="0" bIns="0" anchor="t">
            <a:noAutofit/>
          </a:bodyPr>
          <a:p>
            <a:r>
              <a:rPr b="0" lang="en-US" sz="2170" spc="-1" strike="noStrike">
                <a:solidFill>
                  <a:srgbClr val="111111"/>
                </a:solidFill>
                <a:latin typeface="Arial"/>
                <a:ea typeface="Arial"/>
              </a:rPr>
              <a:t>PDF:</a:t>
            </a:r>
            <a:endParaRPr b="0" lang="en-US" sz="2170" spc="-1" strike="noStrike">
              <a:solidFill>
                <a:srgbClr val="000000"/>
              </a:solidFill>
              <a:latin typeface="Times New Roman"/>
            </a:endParaRPr>
          </a:p>
        </p:txBody>
      </p:sp>
      <p:sp>
        <p:nvSpPr>
          <p:cNvPr id="232" name=""/>
          <p:cNvSpPr txBox="1"/>
          <p:nvPr/>
        </p:nvSpPr>
        <p:spPr>
          <a:xfrm>
            <a:off x="714240" y="4593960"/>
            <a:ext cx="7707600" cy="198360"/>
          </a:xfrm>
          <a:prstGeom prst="rect">
            <a:avLst/>
          </a:prstGeom>
          <a:noFill/>
          <a:ln w="0">
            <a:noFill/>
          </a:ln>
        </p:spPr>
        <p:txBody>
          <a:bodyPr wrap="none" lIns="0" rIns="0" tIns="0" bIns="0" anchor="t">
            <a:noAutofit/>
          </a:bodyPr>
          <a:p>
            <a:r>
              <a:rPr b="0" lang="en-US" sz="1350" spc="-1" strike="noStrike">
                <a:solidFill>
                  <a:srgbClr val="1b1b1b"/>
                </a:solidFill>
                <a:latin typeface="DejaVuSansMono"/>
                <a:ea typeface="DejaVuSansMono"/>
              </a:rPr>
              <a:t>npx @marp-team/marp-cli ./slide.md --pdf --allow-local-files -o ./slide.pdf</a:t>
            </a:r>
            <a:endParaRPr b="0" lang="en-US" sz="1350" spc="-1" strike="noStrike">
              <a:solidFill>
                <a:srgbClr val="000000"/>
              </a:solidFill>
              <a:latin typeface="Times New Roman"/>
            </a:endParaRPr>
          </a:p>
        </p:txBody>
      </p:sp>
      <p:sp>
        <p:nvSpPr>
          <p:cNvPr id="233" name=""/>
          <p:cNvSpPr txBox="1"/>
          <p:nvPr/>
        </p:nvSpPr>
        <p:spPr>
          <a:xfrm>
            <a:off x="914400" y="414000"/>
            <a:ext cx="1063080" cy="279360"/>
          </a:xfrm>
          <a:prstGeom prst="rect">
            <a:avLst/>
          </a:prstGeom>
          <a:noFill/>
          <a:ln w="0">
            <a:noFill/>
          </a:ln>
        </p:spPr>
        <p:txBody>
          <a:bodyPr wrap="none" lIns="0" rIns="0" tIns="0" bIns="0" anchor="t">
            <a:noAutofit/>
          </a:bodyPr>
          <a:p>
            <a:r>
              <a:rPr b="1" lang="en-US" sz="1950" spc="-1" strike="noStrike">
                <a:solidFill>
                  <a:srgbClr val="111111"/>
                </a:solidFill>
                <a:latin typeface="Arial"/>
                <a:ea typeface="Arial"/>
              </a:rPr>
              <a:t>Marp CLI</a:t>
            </a:r>
            <a:endParaRPr b="0" lang="en-US" sz="1950" spc="-1" strike="noStrike">
              <a:solidFill>
                <a:srgbClr val="000000"/>
              </a:solidFill>
              <a:latin typeface="Times New Roman"/>
            </a:endParaRPr>
          </a:p>
        </p:txBody>
      </p:sp>
      <p:sp>
        <p:nvSpPr>
          <p:cNvPr id="234" name=""/>
          <p:cNvSpPr/>
          <p:nvPr/>
        </p:nvSpPr>
        <p:spPr>
          <a:xfrm>
            <a:off x="533160" y="561960"/>
            <a:ext cx="267120" cy="57240"/>
          </a:xfrm>
          <a:custGeom>
            <a:avLst/>
            <a:gdLst/>
            <a:ahLst/>
            <a:rect l="0" t="0" r="r" b="b"/>
            <a:pathLst>
              <a:path w="742" h="159">
                <a:moveTo>
                  <a:pt x="0" y="106"/>
                </a:moveTo>
                <a:lnTo>
                  <a:pt x="0" y="52"/>
                </a:lnTo>
                <a:cubicBezTo>
                  <a:pt x="0" y="45"/>
                  <a:pt x="2" y="39"/>
                  <a:pt x="4" y="32"/>
                </a:cubicBezTo>
                <a:cubicBezTo>
                  <a:pt x="7" y="26"/>
                  <a:pt x="11" y="20"/>
                  <a:pt x="16" y="15"/>
                </a:cubicBezTo>
                <a:cubicBezTo>
                  <a:pt x="21" y="10"/>
                  <a:pt x="26" y="6"/>
                  <a:pt x="33" y="4"/>
                </a:cubicBezTo>
                <a:cubicBezTo>
                  <a:pt x="39" y="1"/>
                  <a:pt x="46" y="0"/>
                  <a:pt x="53" y="0"/>
                </a:cubicBezTo>
                <a:lnTo>
                  <a:pt x="689" y="0"/>
                </a:lnTo>
                <a:cubicBezTo>
                  <a:pt x="696" y="0"/>
                  <a:pt x="703" y="1"/>
                  <a:pt x="709" y="4"/>
                </a:cubicBezTo>
                <a:cubicBezTo>
                  <a:pt x="716" y="6"/>
                  <a:pt x="722" y="10"/>
                  <a:pt x="727" y="15"/>
                </a:cubicBezTo>
                <a:cubicBezTo>
                  <a:pt x="731" y="20"/>
                  <a:pt x="735" y="26"/>
                  <a:pt x="738" y="32"/>
                </a:cubicBezTo>
                <a:cubicBezTo>
                  <a:pt x="741" y="39"/>
                  <a:pt x="742" y="45"/>
                  <a:pt x="742" y="52"/>
                </a:cubicBezTo>
                <a:lnTo>
                  <a:pt x="742" y="106"/>
                </a:lnTo>
                <a:cubicBezTo>
                  <a:pt x="742" y="113"/>
                  <a:pt x="741" y="120"/>
                  <a:pt x="738" y="127"/>
                </a:cubicBezTo>
                <a:cubicBezTo>
                  <a:pt x="735" y="133"/>
                  <a:pt x="731" y="139"/>
                  <a:pt x="727" y="144"/>
                </a:cubicBezTo>
                <a:cubicBezTo>
                  <a:pt x="722" y="149"/>
                  <a:pt x="716" y="153"/>
                  <a:pt x="709" y="155"/>
                </a:cubicBezTo>
                <a:cubicBezTo>
                  <a:pt x="703" y="158"/>
                  <a:pt x="696" y="159"/>
                  <a:pt x="689" y="159"/>
                </a:cubicBezTo>
                <a:lnTo>
                  <a:pt x="53" y="159"/>
                </a:lnTo>
                <a:cubicBezTo>
                  <a:pt x="46" y="159"/>
                  <a:pt x="39" y="158"/>
                  <a:pt x="33" y="155"/>
                </a:cubicBezTo>
                <a:cubicBezTo>
                  <a:pt x="26" y="153"/>
                  <a:pt x="21" y="149"/>
                  <a:pt x="16" y="144"/>
                </a:cubicBezTo>
                <a:cubicBezTo>
                  <a:pt x="11" y="139"/>
                  <a:pt x="7" y="133"/>
                  <a:pt x="4" y="127"/>
                </a:cubicBezTo>
                <a:cubicBezTo>
                  <a:pt x="2" y="120"/>
                  <a:pt x="0" y="113"/>
                  <a:pt x="0" y="106"/>
                </a:cubicBez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235" name=""/>
          <p:cNvSpPr txBox="1"/>
          <p:nvPr/>
        </p:nvSpPr>
        <p:spPr>
          <a:xfrm>
            <a:off x="1973880" y="351000"/>
            <a:ext cx="994320" cy="360000"/>
          </a:xfrm>
          <a:prstGeom prst="rect">
            <a:avLst/>
          </a:prstGeom>
          <a:noFill/>
          <a:ln w="0">
            <a:noFill/>
          </a:ln>
        </p:spPr>
        <p:txBody>
          <a:bodyPr wrap="none" lIns="0" rIns="0" tIns="0" bIns="0" anchor="t">
            <a:noAutofit/>
          </a:bodyPr>
          <a:p>
            <a:r>
              <a:rPr b="0" lang="zh-CN" sz="1950" spc="-1" strike="noStrike">
                <a:solidFill>
                  <a:srgbClr val="111111"/>
                </a:solidFill>
                <a:latin typeface="NotoSansCJKjp"/>
                <a:ea typeface="NotoSansCJKjp"/>
              </a:rPr>
              <a:t>コマンド</a:t>
            </a:r>
            <a:endParaRPr b="0" lang="en-US" sz="1950" spc="-1" strike="noStrike">
              <a:solidFill>
                <a:srgbClr val="000000"/>
              </a:solidFill>
              <a:latin typeface="Times New Roman"/>
            </a:endParaRPr>
          </a:p>
        </p:txBody>
      </p:sp>
      <p:sp>
        <p:nvSpPr>
          <p:cNvPr id="236" name=""/>
          <p:cNvSpPr txBox="1"/>
          <p:nvPr/>
        </p:nvSpPr>
        <p:spPr>
          <a:xfrm>
            <a:off x="11776680" y="6458400"/>
            <a:ext cx="339120" cy="340200"/>
          </a:xfrm>
          <a:prstGeom prst="rect">
            <a:avLst/>
          </a:prstGeom>
          <a:noFill/>
          <a:ln w="0">
            <a:noFill/>
          </a:ln>
        </p:spPr>
        <p:txBody>
          <a:bodyPr wrap="none" lIns="0" rIns="0" tIns="0" bIns="0" anchor="t">
            <a:noAutofit/>
          </a:bodyPr>
          <a:p>
            <a:r>
              <a:rPr b="0" lang="en-US" sz="2400" spc="-1" strike="noStrike">
                <a:solidFill>
                  <a:srgbClr val="111111"/>
                </a:solidFill>
                <a:latin typeface="Arial"/>
                <a:ea typeface="Arial"/>
              </a:rPr>
              <a:t>10</a:t>
            </a:r>
            <a:endParaRPr b="0" lang="en-US"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LibreOffice/24.2.7.2$Linux_AARCH64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cp:revision>0</cp:revision>
  <dc:subject/>
  <dc:title/>
</cp:coreProperties>
</file>